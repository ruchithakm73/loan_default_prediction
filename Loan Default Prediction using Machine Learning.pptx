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7" r:id="rId4"/>
    <p:sldId id="264" r:id="rId5"/>
    <p:sldId id="258" r:id="rId6"/>
    <p:sldId id="259" r:id="rId7"/>
    <p:sldId id="261" r:id="rId8"/>
    <p:sldId id="263" r:id="rId9"/>
    <p:sldId id="262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5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8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39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0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07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1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1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82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0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5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7276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26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911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56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52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33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45AC5-EC40-4EAB-815E-B7C132D4E8C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2C346-BCDF-457D-A822-908A83ABE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908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F1925-39B6-B66A-DC87-78DD0296C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44189"/>
            <a:ext cx="10321636" cy="116577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Default Prediction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3AFCB-56F3-1824-3BE1-A3A25E9D0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28611" y="4006734"/>
            <a:ext cx="3433155" cy="2660073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Hemanth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Rakshith B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Vandana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Ruchitha K M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SumaIYA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300071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01A14-9C5A-895B-E5C8-6B217D3EA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839" y="335560"/>
            <a:ext cx="11316747" cy="61071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5821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FA795-5D03-8642-2269-EBCF02F0C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407324"/>
            <a:ext cx="11596255" cy="62594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default prediction is an important task for financial institutions to identify borrowers who may fail to repay their loans.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credit scoring methods often rely on limited financial information and may not accurately capture borrower risk.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techniques can analyze large financial datasets to predict loan default more accurately and help banks make better lending decisions.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680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6679D-C0B2-DA37-B851-A552B433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894" y="335560"/>
            <a:ext cx="11392249" cy="611557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face difficulty in accurately identifying borrowers who may default on loans.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credit scoring methods rely on limited financial information and may not provide high prediction accuracy.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data-driven machine learning system that can analyze borrower data and predict loan default risk more effectively.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62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1F62D-FD2A-1B10-9A12-5A33A2A13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84" y="357446"/>
            <a:ext cx="11529752" cy="61846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borrower financial data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data preprocessing and feature engineering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multiple ML models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 performance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prediction accuracy for credit risk assessment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762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F7BDC-19DC-5730-7E75-2CA1C7459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945" y="290944"/>
            <a:ext cx="11579629" cy="6251171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Several research studies have applied machine learning techniques for loan default prediction.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5BEAF1-AAEF-8010-1E6D-619168FB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769650"/>
              </p:ext>
            </p:extLst>
          </p:nvPr>
        </p:nvGraphicFramePr>
        <p:xfrm>
          <a:off x="290946" y="2256639"/>
          <a:ext cx="11610108" cy="3171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0036">
                  <a:extLst>
                    <a:ext uri="{9D8B030D-6E8A-4147-A177-3AD203B41FA5}">
                      <a16:colId xmlns:a16="http://schemas.microsoft.com/office/drawing/2014/main" val="3767352938"/>
                    </a:ext>
                  </a:extLst>
                </a:gridCol>
                <a:gridCol w="3870036">
                  <a:extLst>
                    <a:ext uri="{9D8B030D-6E8A-4147-A177-3AD203B41FA5}">
                      <a16:colId xmlns:a16="http://schemas.microsoft.com/office/drawing/2014/main" val="3039710063"/>
                    </a:ext>
                  </a:extLst>
                </a:gridCol>
                <a:gridCol w="3870036">
                  <a:extLst>
                    <a:ext uri="{9D8B030D-6E8A-4147-A177-3AD203B41FA5}">
                      <a16:colId xmlns:a16="http://schemas.microsoft.com/office/drawing/2014/main" val="211454704"/>
                    </a:ext>
                  </a:extLst>
                </a:gridCol>
              </a:tblGrid>
              <a:tr h="44179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695509"/>
                  </a:ext>
                </a:extLst>
              </a:tr>
              <a:tr h="2714649"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Prediction of Loan Default Based on Machine Learning Models. </a:t>
                      </a:r>
                      <a:r>
                        <a:rPr lang="en-US" sz="240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[1]</a:t>
                      </a:r>
                      <a:endParaRPr lang="en-US" sz="24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 Zhu,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Qingyong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Chu,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Xinchang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Song, Ping Hu, and Lu Peng. (2023)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paper uses machine learning models to predict loan default and applies explainable AI techniques to understand the important factors influencing the predictions.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1568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4856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765694C-DA4E-9348-2689-531A65D82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006261"/>
              </p:ext>
            </p:extLst>
          </p:nvPr>
        </p:nvGraphicFramePr>
        <p:xfrm>
          <a:off x="285227" y="310393"/>
          <a:ext cx="11560029" cy="60581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53343">
                  <a:extLst>
                    <a:ext uri="{9D8B030D-6E8A-4147-A177-3AD203B41FA5}">
                      <a16:colId xmlns:a16="http://schemas.microsoft.com/office/drawing/2014/main" val="706242712"/>
                    </a:ext>
                  </a:extLst>
                </a:gridCol>
                <a:gridCol w="3853343">
                  <a:extLst>
                    <a:ext uri="{9D8B030D-6E8A-4147-A177-3AD203B41FA5}">
                      <a16:colId xmlns:a16="http://schemas.microsoft.com/office/drawing/2014/main" val="3647617758"/>
                    </a:ext>
                  </a:extLst>
                </a:gridCol>
                <a:gridCol w="3853343">
                  <a:extLst>
                    <a:ext uri="{9D8B030D-6E8A-4147-A177-3AD203B41FA5}">
                      <a16:colId xmlns:a16="http://schemas.microsoft.com/office/drawing/2014/main" val="2725892263"/>
                    </a:ext>
                  </a:extLst>
                </a:gridCol>
              </a:tblGrid>
              <a:tr h="4376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442586"/>
                  </a:ext>
                </a:extLst>
              </a:tr>
              <a:tr h="2800479"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 Default Prediction Using Machine Learning Algorithms.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[2]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A.S. Reddy, K.V.N. Sunitha &amp; P. Ramesh. (2025)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paper analyzes different machine learning algorithms to predict loan defaults using borrower financial data and compares their performance to improve credit risk prediction.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67605"/>
                  </a:ext>
                </a:extLst>
              </a:tr>
              <a:tr h="2800479"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Machine Learning Approach for Loan Default Prediction.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[3]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fi-FI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H. Abedin, M. Rahman, &amp; S. Hossain. (2025)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study applies machine learning techniques to analyze borrower financial data and predict loan default risk to support better credit decision-making.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0947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180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32BAC-536A-5E16-3728-CF4CFDEA3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848" y="260059"/>
            <a:ext cx="11350304" cy="6182686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model that predicts whether a borrower will default or repay a loan.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financial features that influence credit risk and loan repayment behavior.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accuracy of credit risk prediction using machine learning algorithms.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financial institutions make better and faster lending decisions.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273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F6EED0F0-C9AD-739D-C49F-D85FE069C8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0818" y="343010"/>
            <a:ext cx="11459361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significantly improve credit risk prediction and help         financial institutions make better lending decisions.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analyzes borrower financial data to accurately identify potential loan defaults.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models like Logistic Regression, Random Forest, and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improve prediction performance.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help banks reduce financial losses and manage credit risk more effectively.</a:t>
            </a:r>
          </a:p>
        </p:txBody>
      </p:sp>
    </p:spTree>
    <p:extLst>
      <p:ext uri="{BB962C8B-B14F-4D97-AF65-F5344CB8AC3E}">
        <p14:creationId xmlns:p14="http://schemas.microsoft.com/office/powerpoint/2010/main" val="3501959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4D9A6-70DA-0661-3B82-310524C79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172" y="302003"/>
            <a:ext cx="11509694" cy="6258188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Zhu, X., Chu, Q., Song, X., Hu, P., &amp; Peng, L. (2023).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prediction of loan default based on machine learning models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and Management, 6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123–133.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Reddy, A. S., Sunitha, K. V. N., &amp; Ramesh, P. (2024).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default prediction using machine learning algorithms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Journal of Advanced Research and Reviews, 22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1550–1558.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Abedin, H., Rahman, M., &amp; Hossain, S. (2025).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 approach for loan default prediction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Systems, 13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(5), 581.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618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305</TotalTime>
  <Words>593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Times New Roman</vt:lpstr>
      <vt:lpstr>Tw Cen MT</vt:lpstr>
      <vt:lpstr>Circuit</vt:lpstr>
      <vt:lpstr>Loan Default Prediction using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Rakshith B</dc:creator>
  <cp:lastModifiedBy>Ruchitha KM</cp:lastModifiedBy>
  <cp:revision>1</cp:revision>
  <dcterms:created xsi:type="dcterms:W3CDTF">2026-03-09T09:47:24Z</dcterms:created>
  <dcterms:modified xsi:type="dcterms:W3CDTF">2026-03-30T06:06:13Z</dcterms:modified>
</cp:coreProperties>
</file>