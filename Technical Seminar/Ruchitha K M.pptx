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1" r:id="rId5"/>
  </p:sldMasterIdLst>
  <p:notesMasterIdLst>
    <p:notesMasterId r:id="rId21"/>
  </p:notesMasterIdLst>
  <p:handoutMasterIdLst>
    <p:handoutMasterId r:id="rId22"/>
  </p:handoutMasterIdLst>
  <p:sldIdLst>
    <p:sldId id="256" r:id="rId6"/>
    <p:sldId id="257" r:id="rId7"/>
    <p:sldId id="258" r:id="rId8"/>
    <p:sldId id="266" r:id="rId9"/>
    <p:sldId id="259" r:id="rId10"/>
    <p:sldId id="260" r:id="rId11"/>
    <p:sldId id="279" r:id="rId12"/>
    <p:sldId id="274" r:id="rId13"/>
    <p:sldId id="281" r:id="rId14"/>
    <p:sldId id="280" r:id="rId15"/>
    <p:sldId id="282" r:id="rId16"/>
    <p:sldId id="283" r:id="rId17"/>
    <p:sldId id="277" r:id="rId18"/>
    <p:sldId id="278" r:id="rId19"/>
    <p:sldId id="26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30AE7D-1C10-4884-838F-B7DF8597DC1E}" v="1" dt="2024-01-03T14:48:00.582"/>
    <p1510:client id="{C4141FF3-5EE8-802B-4171-BB07F2605F77}" v="2" dt="2023-05-01T16:12:31.006"/>
    <p1510:client id="{F83CA308-13A4-4A1B-E8BC-17F71DCD6A14}" v="176" dt="2023-05-01T16:08:58.4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47" autoAdjust="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URA  P" userId="S::4vp21mc022@vcetputtur.ac.in::1d0773f9-efcc-4611-abdb-3852875c5691" providerId="AD" clId="Web-{C4141FF3-5EE8-802B-4171-BB07F2605F77}"/>
    <pc:docChg chg="modSld">
      <pc:chgData name="MAYURA  P" userId="S::4vp21mc022@vcetputtur.ac.in::1d0773f9-efcc-4611-abdb-3852875c5691" providerId="AD" clId="Web-{C4141FF3-5EE8-802B-4171-BB07F2605F77}" dt="2023-05-01T16:12:31.006" v="1" actId="1076"/>
      <pc:docMkLst>
        <pc:docMk/>
      </pc:docMkLst>
      <pc:sldChg chg="modSp">
        <pc:chgData name="MAYURA  P" userId="S::4vp21mc022@vcetputtur.ac.in::1d0773f9-efcc-4611-abdb-3852875c5691" providerId="AD" clId="Web-{C4141FF3-5EE8-802B-4171-BB07F2605F77}" dt="2023-05-01T16:12:31.006" v="1" actId="1076"/>
        <pc:sldMkLst>
          <pc:docMk/>
          <pc:sldMk cId="0" sldId="256"/>
        </pc:sldMkLst>
        <pc:picChg chg="mod">
          <ac:chgData name="MAYURA  P" userId="S::4vp21mc022@vcetputtur.ac.in::1d0773f9-efcc-4611-abdb-3852875c5691" providerId="AD" clId="Web-{C4141FF3-5EE8-802B-4171-BB07F2605F77}" dt="2023-05-01T16:12:31.006" v="1" actId="1076"/>
          <ac:picMkLst>
            <pc:docMk/>
            <pc:sldMk cId="0" sldId="256"/>
            <ac:picMk id="91" creationId="{00000000-0000-0000-0000-000000000000}"/>
          </ac:picMkLst>
        </pc:picChg>
      </pc:sldChg>
    </pc:docChg>
  </pc:docChgLst>
  <pc:docChgLst>
    <pc:chgData name="KEERTHAN KUMAR D N" userId="S::4vp22mc021@vcetputtur.ac.in::54b8d130-a7a2-41a1-955c-507e1a509f46" providerId="AD" clId="Web-{8530AE7D-1C10-4884-838F-B7DF8597DC1E}"/>
    <pc:docChg chg="sldOrd">
      <pc:chgData name="KEERTHAN KUMAR D N" userId="S::4vp22mc021@vcetputtur.ac.in::54b8d130-a7a2-41a1-955c-507e1a509f46" providerId="AD" clId="Web-{8530AE7D-1C10-4884-838F-B7DF8597DC1E}" dt="2024-01-03T14:48:00.582" v="0"/>
      <pc:docMkLst>
        <pc:docMk/>
      </pc:docMkLst>
      <pc:sldChg chg="ord">
        <pc:chgData name="KEERTHAN KUMAR D N" userId="S::4vp22mc021@vcetputtur.ac.in::54b8d130-a7a2-41a1-955c-507e1a509f46" providerId="AD" clId="Web-{8530AE7D-1C10-4884-838F-B7DF8597DC1E}" dt="2024-01-03T14:48:00.582" v="0"/>
        <pc:sldMkLst>
          <pc:docMk/>
          <pc:sldMk cId="0" sldId="258"/>
        </pc:sldMkLst>
      </pc:sldChg>
    </pc:docChg>
  </pc:docChgLst>
  <pc:docChgLst>
    <pc:chgData name="MAYURA  P" userId="S::4vp21mc022@vcetputtur.ac.in::1d0773f9-efcc-4611-abdb-3852875c5691" providerId="AD" clId="Web-{F83CA308-13A4-4A1B-E8BC-17F71DCD6A14}"/>
    <pc:docChg chg="modSld">
      <pc:chgData name="MAYURA  P" userId="S::4vp21mc022@vcetputtur.ac.in::1d0773f9-efcc-4611-abdb-3852875c5691" providerId="AD" clId="Web-{F83CA308-13A4-4A1B-E8BC-17F71DCD6A14}" dt="2023-05-01T16:08:51.269" v="175" actId="20577"/>
      <pc:docMkLst>
        <pc:docMk/>
      </pc:docMkLst>
      <pc:sldChg chg="modSp">
        <pc:chgData name="MAYURA  P" userId="S::4vp21mc022@vcetputtur.ac.in::1d0773f9-efcc-4611-abdb-3852875c5691" providerId="AD" clId="Web-{F83CA308-13A4-4A1B-E8BC-17F71DCD6A14}" dt="2023-05-01T16:08:51.269" v="175" actId="20577"/>
        <pc:sldMkLst>
          <pc:docMk/>
          <pc:sldMk cId="0" sldId="256"/>
        </pc:sldMkLst>
        <pc:spChg chg="mod">
          <ac:chgData name="MAYURA  P" userId="S::4vp21mc022@vcetputtur.ac.in::1d0773f9-efcc-4611-abdb-3852875c5691" providerId="AD" clId="Web-{F83CA308-13A4-4A1B-E8BC-17F71DCD6A14}" dt="2023-05-01T16:08:22.378" v="119" actId="20577"/>
          <ac:spMkLst>
            <pc:docMk/>
            <pc:sldMk cId="0" sldId="256"/>
            <ac:spMk id="89" creationId="{00000000-0000-0000-0000-000000000000}"/>
          </ac:spMkLst>
        </pc:spChg>
        <pc:spChg chg="mod">
          <ac:chgData name="MAYURA  P" userId="S::4vp21mc022@vcetputtur.ac.in::1d0773f9-efcc-4611-abdb-3852875c5691" providerId="AD" clId="Web-{F83CA308-13A4-4A1B-E8BC-17F71DCD6A14}" dt="2023-05-01T16:08:51.269" v="175" actId="20577"/>
          <ac:spMkLst>
            <pc:docMk/>
            <pc:sldMk cId="0" sldId="256"/>
            <ac:spMk id="90" creationId="{00000000-0000-0000-0000-000000000000}"/>
          </ac:spMkLst>
        </pc:spChg>
        <pc:picChg chg="mod">
          <ac:chgData name="MAYURA  P" userId="S::4vp21mc022@vcetputtur.ac.in::1d0773f9-efcc-4611-abdb-3852875c5691" providerId="AD" clId="Web-{F83CA308-13A4-4A1B-E8BC-17F71DCD6A14}" dt="2023-05-01T16:08:40.472" v="120" actId="1076"/>
          <ac:picMkLst>
            <pc:docMk/>
            <pc:sldMk cId="0" sldId="256"/>
            <ac:picMk id="91" creationId="{00000000-0000-0000-0000-000000000000}"/>
          </ac:picMkLst>
        </pc:picChg>
      </pc:sldChg>
      <pc:sldChg chg="modSp">
        <pc:chgData name="MAYURA  P" userId="S::4vp21mc022@vcetputtur.ac.in::1d0773f9-efcc-4611-abdb-3852875c5691" providerId="AD" clId="Web-{F83CA308-13A4-4A1B-E8BC-17F71DCD6A14}" dt="2023-05-01T16:07:34.581" v="101" actId="20577"/>
        <pc:sldMkLst>
          <pc:docMk/>
          <pc:sldMk cId="0" sldId="258"/>
        </pc:sldMkLst>
        <pc:spChg chg="mod">
          <ac:chgData name="MAYURA  P" userId="S::4vp21mc022@vcetputtur.ac.in::1d0773f9-efcc-4611-abdb-3852875c5691" providerId="AD" clId="Web-{F83CA308-13A4-4A1B-E8BC-17F71DCD6A14}" dt="2023-05-01T16:07:34.581" v="101" actId="20577"/>
          <ac:spMkLst>
            <pc:docMk/>
            <pc:sldMk cId="0" sldId="258"/>
            <ac:spMk id="9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001DE6-2166-6063-1841-5025665D8C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DDA651B-A9B4-0CEF-D77E-7FDB52ACBC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2B98E96-4102-4CBC-91EF-55D3AE51CDF7}" type="datetimeFigureOut">
              <a:rPr lang="en-IN" smtClean="0"/>
              <a:pPr/>
              <a:t>08-05-2026</a:t>
            </a:fld>
            <a:endParaRPr lang="en-IN"/>
          </a:p>
        </p:txBody>
      </p:sp>
      <p:sp>
        <p:nvSpPr>
          <p:cNvPr id="4" name="Footer Placeholder 3">
            <a:extLst>
              <a:ext uri="{FF2B5EF4-FFF2-40B4-BE49-F238E27FC236}">
                <a16:creationId xmlns:a16="http://schemas.microsoft.com/office/drawing/2014/main" id="{29B53858-9102-CE13-756A-7928F5F39DB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Department of MCA</a:t>
            </a:r>
          </a:p>
        </p:txBody>
      </p:sp>
      <p:sp>
        <p:nvSpPr>
          <p:cNvPr id="5" name="Slide Number Placeholder 4">
            <a:extLst>
              <a:ext uri="{FF2B5EF4-FFF2-40B4-BE49-F238E27FC236}">
                <a16:creationId xmlns:a16="http://schemas.microsoft.com/office/drawing/2014/main" id="{B06F5507-F822-50A5-9FF7-5E1CF91043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176903-507A-4D17-99AA-72A1C22AB830}" type="slidenum">
              <a:rPr lang="en-IN" smtClean="0"/>
              <a:pPr/>
              <a:t>‹#›</a:t>
            </a:fld>
            <a:endParaRPr lang="en-IN"/>
          </a:p>
        </p:txBody>
      </p:sp>
    </p:spTree>
    <p:extLst>
      <p:ext uri="{BB962C8B-B14F-4D97-AF65-F5344CB8AC3E}">
        <p14:creationId xmlns:p14="http://schemas.microsoft.com/office/powerpoint/2010/main" val="143562679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4400" b="0" strike="noStrike" spc="-1">
                <a:solidFill>
                  <a:srgbClr val="000000"/>
                </a:solidFill>
                <a:latin typeface="Arial"/>
              </a:rPr>
              <a:t>Click to move the slide</a:t>
            </a:r>
          </a:p>
        </p:txBody>
      </p:sp>
      <p:sp>
        <p:nvSpPr>
          <p:cNvPr id="8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r>
              <a:rPr lang="en-IN" sz="2000" b="0" strike="noStrike" spc="-1">
                <a:latin typeface="Arial"/>
              </a:rPr>
              <a:t>Click to edit the notes format</a:t>
            </a:r>
          </a:p>
        </p:txBody>
      </p:sp>
      <p:sp>
        <p:nvSpPr>
          <p:cNvPr id="85"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r>
              <a:rPr lang="en-IN" sz="1400" b="0" strike="noStrike" spc="-1">
                <a:latin typeface="Times New Roman"/>
              </a:rPr>
              <a:t>&lt;header&gt;</a:t>
            </a:r>
          </a:p>
        </p:txBody>
      </p:sp>
      <p:sp>
        <p:nvSpPr>
          <p:cNvPr id="86" name="PlaceHolder 4"/>
          <p:cNvSpPr>
            <a:spLocks noGrp="1"/>
          </p:cNvSpPr>
          <p:nvPr>
            <p:ph type="dt" idx="3"/>
          </p:nvPr>
        </p:nvSpPr>
        <p:spPr>
          <a:xfrm>
            <a:off x="4399200" y="0"/>
            <a:ext cx="3372840" cy="502560"/>
          </a:xfrm>
          <a:prstGeom prst="rect">
            <a:avLst/>
          </a:prstGeom>
          <a:noFill/>
          <a:ln w="0">
            <a:noFill/>
          </a:ln>
        </p:spPr>
        <p:txBody>
          <a:bodyPr lIns="0" tIns="0" rIns="0" bIns="0" anchor="t">
            <a:noAutofit/>
          </a:bodyPr>
          <a:lstStyle>
            <a:lvl1pPr algn="r">
              <a:buNone/>
              <a:defRPr lang="en-IN" sz="1400" b="0" strike="noStrike" spc="-1">
                <a:latin typeface="Times New Roman"/>
              </a:defRPr>
            </a:lvl1pPr>
          </a:lstStyle>
          <a:p>
            <a:pPr algn="r">
              <a:buNone/>
            </a:pPr>
            <a:r>
              <a:rPr lang="en-IN" sz="1400" b="0" strike="noStrike" spc="-1">
                <a:latin typeface="Times New Roman"/>
              </a:rPr>
              <a:t>&lt;date/time&gt;</a:t>
            </a:r>
          </a:p>
        </p:txBody>
      </p:sp>
      <p:sp>
        <p:nvSpPr>
          <p:cNvPr id="87" name="PlaceHolder 5"/>
          <p:cNvSpPr>
            <a:spLocks noGrp="1"/>
          </p:cNvSpPr>
          <p:nvPr>
            <p:ph type="ftr" idx="4"/>
          </p:nvPr>
        </p:nvSpPr>
        <p:spPr>
          <a:xfrm>
            <a:off x="0" y="9555480"/>
            <a:ext cx="3372840" cy="502560"/>
          </a:xfrm>
          <a:prstGeom prst="rect">
            <a:avLst/>
          </a:prstGeom>
          <a:noFill/>
          <a:ln w="0">
            <a:noFill/>
          </a:ln>
        </p:spPr>
        <p:txBody>
          <a:bodyPr lIns="0" tIns="0" rIns="0" bIns="0" anchor="b">
            <a:noAutofit/>
          </a:bodyPr>
          <a:lstStyle>
            <a:lvl1pPr>
              <a:defRPr lang="en-IN" sz="1400" b="0" strike="noStrike" spc="-1">
                <a:latin typeface="Times New Roman"/>
              </a:defRPr>
            </a:lvl1pPr>
          </a:lstStyle>
          <a:p>
            <a:r>
              <a:rPr lang="en-IN" sz="1400" b="0" strike="noStrike" spc="-1">
                <a:latin typeface="Times New Roman"/>
              </a:rPr>
              <a:t>Department of MCA</a:t>
            </a:r>
          </a:p>
        </p:txBody>
      </p:sp>
      <p:sp>
        <p:nvSpPr>
          <p:cNvPr id="88" name="PlaceHolder 6"/>
          <p:cNvSpPr>
            <a:spLocks noGrp="1"/>
          </p:cNvSpPr>
          <p:nvPr>
            <p:ph type="sldNum" idx="5"/>
          </p:nvPr>
        </p:nvSpPr>
        <p:spPr>
          <a:xfrm>
            <a:off x="4399200" y="9555480"/>
            <a:ext cx="3372840" cy="502560"/>
          </a:xfrm>
          <a:prstGeom prst="rect">
            <a:avLst/>
          </a:prstGeom>
          <a:noFill/>
          <a:ln w="0">
            <a:noFill/>
          </a:ln>
        </p:spPr>
        <p:txBody>
          <a:bodyPr lIns="0" tIns="0" rIns="0" bIns="0" anchor="b">
            <a:noAutofit/>
          </a:bodyPr>
          <a:lstStyle>
            <a:lvl1pPr algn="r">
              <a:buNone/>
              <a:defRPr lang="en-IN" sz="1400" b="0" strike="noStrike" spc="-1">
                <a:latin typeface="Times New Roman"/>
              </a:defRPr>
            </a:lvl1pPr>
          </a:lstStyle>
          <a:p>
            <a:pPr algn="r">
              <a:buNone/>
            </a:pPr>
            <a:fld id="{D3E060D5-D088-46B6-B870-3D203A0E9FCD}" type="slidenum">
              <a:rPr lang="en-IN" sz="1400" b="0" strike="noStrike" spc="-1">
                <a:latin typeface="Times New Roman"/>
              </a:rPr>
              <a:pPr algn="r">
                <a:buNone/>
              </a:pPr>
              <a:t>‹#›</a:t>
            </a:fld>
            <a:endParaRPr lang="en-IN" sz="1400" b="0" strike="noStrike" spc="-1">
              <a:latin typeface="Times New Roman"/>
            </a:endParaRPr>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noRot="1" noChangeAspect="1"/>
          </p:cNvSpPr>
          <p:nvPr>
            <p:ph type="sldImg"/>
          </p:nvPr>
        </p:nvSpPr>
        <p:spPr>
          <a:xfrm>
            <a:off x="1143000" y="685800"/>
            <a:ext cx="4572000" cy="3429000"/>
          </a:xfrm>
          <a:prstGeom prst="rect">
            <a:avLst/>
          </a:prstGeom>
          <a:ln w="0">
            <a:noFill/>
          </a:ln>
        </p:spPr>
      </p:sp>
      <p:sp>
        <p:nvSpPr>
          <p:cNvPr id="108" name="PlaceHolder 2"/>
          <p:cNvSpPr>
            <a:spLocks noGrp="1"/>
          </p:cNvSpPr>
          <p:nvPr>
            <p:ph type="body"/>
          </p:nvPr>
        </p:nvSpPr>
        <p:spPr>
          <a:xfrm>
            <a:off x="914400" y="4343400"/>
            <a:ext cx="5028840" cy="4114440"/>
          </a:xfrm>
          <a:prstGeom prst="rect">
            <a:avLst/>
          </a:prstGeom>
          <a:noFill/>
          <a:ln w="9360">
            <a:noFill/>
          </a:ln>
        </p:spPr>
        <p:txBody>
          <a:bodyPr numCol="1" spcCol="0" anchor="t">
            <a:noAutofit/>
          </a:bodyPr>
          <a:lstStyle/>
          <a:p>
            <a:endParaRPr lang="en-IN" sz="2000" b="0" strike="noStrike" spc="-1" dirty="0">
              <a:latin typeface="Arial"/>
            </a:endParaRPr>
          </a:p>
        </p:txBody>
      </p:sp>
      <p:sp>
        <p:nvSpPr>
          <p:cNvPr id="109" name="PlaceHolder 3"/>
          <p:cNvSpPr>
            <a:spLocks noGrp="1"/>
          </p:cNvSpPr>
          <p:nvPr>
            <p:ph type="sldNum" idx="6"/>
          </p:nvPr>
        </p:nvSpPr>
        <p:spPr>
          <a:xfrm>
            <a:off x="3886200" y="8686800"/>
            <a:ext cx="2971440" cy="456840"/>
          </a:xfrm>
          <a:prstGeom prst="rect">
            <a:avLst/>
          </a:prstGeom>
          <a:noFill/>
          <a:ln w="9360">
            <a:noFill/>
          </a:ln>
        </p:spPr>
        <p:txBody>
          <a:bodyPr numCol="1" spcCol="0" anchor="b">
            <a:noAutofit/>
          </a:bodyPr>
          <a:lstStyle>
            <a:lvl1pPr algn="r">
              <a:lnSpc>
                <a:spcPct val="100000"/>
              </a:lnSpc>
              <a:buNone/>
              <a:defRPr lang="en-US" sz="1200" b="0" strike="noStrike" spc="-1">
                <a:solidFill>
                  <a:srgbClr val="000000"/>
                </a:solidFill>
                <a:latin typeface="Times New Roman"/>
                <a:ea typeface="+mn-ea"/>
              </a:defRPr>
            </a:lvl1pPr>
          </a:lstStyle>
          <a:p>
            <a:pPr algn="r">
              <a:lnSpc>
                <a:spcPct val="100000"/>
              </a:lnSpc>
              <a:buNone/>
            </a:pPr>
            <a:fld id="{552DFFC5-4368-42B3-ACF4-064872DDFCA0}" type="slidenum">
              <a:rPr lang="en-US" sz="1200" b="0" strike="noStrike" spc="-1">
                <a:solidFill>
                  <a:srgbClr val="000000"/>
                </a:solidFill>
                <a:latin typeface="Times New Roman"/>
                <a:ea typeface="+mn-ea"/>
              </a:rPr>
              <a:pPr algn="r">
                <a:lnSpc>
                  <a:spcPct val="100000"/>
                </a:lnSpc>
                <a:buNone/>
              </a:pPr>
              <a:t>1</a:t>
            </a:fld>
            <a:endParaRPr lang="en-IN" sz="1200" b="0" strike="noStrike" spc="-1">
              <a:latin typeface="Times New Roman"/>
            </a:endParaRPr>
          </a:p>
        </p:txBody>
      </p:sp>
      <p:sp>
        <p:nvSpPr>
          <p:cNvPr id="2" name="Footer Placeholder 1">
            <a:extLst>
              <a:ext uri="{FF2B5EF4-FFF2-40B4-BE49-F238E27FC236}">
                <a16:creationId xmlns:a16="http://schemas.microsoft.com/office/drawing/2014/main" id="{8C865781-C473-B557-B5C1-A73077AE3801}"/>
              </a:ext>
            </a:extLst>
          </p:cNvPr>
          <p:cNvSpPr>
            <a:spLocks noGrp="1"/>
          </p:cNvSpPr>
          <p:nvPr>
            <p:ph type="ftr" idx="4"/>
          </p:nvPr>
        </p:nvSpPr>
        <p:spPr/>
        <p:txBody>
          <a:bodyPr/>
          <a:lstStyle/>
          <a:p>
            <a:r>
              <a:rPr lang="en-IN" sz="1400" b="0" strike="noStrike" spc="-1">
                <a:latin typeface="Times New Roman"/>
              </a:rPr>
              <a:t>Department of MCA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0013" y="763588"/>
            <a:ext cx="5030787" cy="3771900"/>
          </a:xfrm>
        </p:spPr>
      </p:sp>
      <p:sp>
        <p:nvSpPr>
          <p:cNvPr id="3" name="Notes Placeholder 2"/>
          <p:cNvSpPr>
            <a:spLocks noGrp="1"/>
          </p:cNvSpPr>
          <p:nvPr>
            <p:ph type="body" idx="1"/>
          </p:nvPr>
        </p:nvSpPr>
        <p:spPr/>
        <p:txBody>
          <a:bodyPr/>
          <a:lstStyle/>
          <a:p>
            <a:r>
              <a:rPr lang="en-US" b="0" i="0" dirty="0" err="1">
                <a:solidFill>
                  <a:srgbClr val="0D0D0D"/>
                </a:solidFill>
                <a:effectLst/>
                <a:highlight>
                  <a:srgbClr val="FFFFFF"/>
                </a:highlight>
                <a:latin typeface="Söhne"/>
              </a:rPr>
              <a:t>Bertopic</a:t>
            </a:r>
            <a:r>
              <a:rPr lang="en-US" b="0" i="0" dirty="0">
                <a:solidFill>
                  <a:srgbClr val="0D0D0D"/>
                </a:solidFill>
                <a:effectLst/>
                <a:highlight>
                  <a:srgbClr val="FFFFFF"/>
                </a:highlight>
                <a:latin typeface="Söhne"/>
              </a:rPr>
              <a:t>: Unlike traditional topic modeling methods like Latent Dirichlet Allocation (LDA) or Non-Negative Matrix Factorization (NMF), which rely on word frequency and co-occurrence statistics, </a:t>
            </a:r>
            <a:r>
              <a:rPr lang="en-US" b="0" i="0" dirty="0" err="1">
                <a:solidFill>
                  <a:srgbClr val="0D0D0D"/>
                </a:solidFill>
                <a:effectLst/>
                <a:highlight>
                  <a:srgbClr val="FFFFFF"/>
                </a:highlight>
                <a:latin typeface="Söhne"/>
              </a:rPr>
              <a:t>BERTopic</a:t>
            </a:r>
            <a:r>
              <a:rPr lang="en-US" b="0" i="0" dirty="0">
                <a:solidFill>
                  <a:srgbClr val="0D0D0D"/>
                </a:solidFill>
                <a:effectLst/>
                <a:highlight>
                  <a:srgbClr val="FFFFFF"/>
                </a:highlight>
                <a:latin typeface="Söhne"/>
              </a:rPr>
              <a:t> uses state-of-the-art transformer-based language models to capture the semantic meaning of words and phrases.</a:t>
            </a:r>
          </a:p>
          <a:p>
            <a:endParaRPr lang="en-US" b="0" i="0" dirty="0">
              <a:solidFill>
                <a:srgbClr val="0D0D0D"/>
              </a:solidFill>
              <a:effectLst/>
              <a:highlight>
                <a:srgbClr val="FFFFFF"/>
              </a:highlight>
              <a:latin typeface="Söhne"/>
            </a:endParaRPr>
          </a:p>
          <a:p>
            <a:r>
              <a:rPr lang="en-US" b="0" i="0" dirty="0" err="1">
                <a:solidFill>
                  <a:srgbClr val="0D0D0D"/>
                </a:solidFill>
                <a:effectLst/>
                <a:highlight>
                  <a:srgbClr val="FFFFFF"/>
                </a:highlight>
                <a:latin typeface="Söhne"/>
              </a:rPr>
              <a:t>ATLAS.ti</a:t>
            </a:r>
            <a:r>
              <a:rPr lang="en-US" b="0" i="0" dirty="0">
                <a:solidFill>
                  <a:srgbClr val="0D0D0D"/>
                </a:solidFill>
                <a:effectLst/>
                <a:highlight>
                  <a:srgbClr val="FFFFFF"/>
                </a:highlight>
                <a:latin typeface="Söhne"/>
              </a:rPr>
              <a:t> is a powerful qualitative data analysis (QDA) software used by researchers to analyze complex data sets, including text, audio, video, and images. It helps in managing, coding, and interpreting qualitative data, making it easier to identify patterns, themes, and insights. </a:t>
            </a:r>
            <a:endParaRPr lang="en-IN" dirty="0"/>
          </a:p>
        </p:txBody>
      </p:sp>
      <p:sp>
        <p:nvSpPr>
          <p:cNvPr id="4" name="Footer Placeholder 3"/>
          <p:cNvSpPr>
            <a:spLocks noGrp="1"/>
          </p:cNvSpPr>
          <p:nvPr>
            <p:ph type="ftr" idx="4"/>
          </p:nvPr>
        </p:nvSpPr>
        <p:spPr/>
        <p:txBody>
          <a:bodyPr/>
          <a:lstStyle/>
          <a:p>
            <a:r>
              <a:rPr lang="en-IN" sz="1400" b="0" strike="noStrike" spc="-1">
                <a:latin typeface="Times New Roman"/>
              </a:rPr>
              <a:t>Department of MCA</a:t>
            </a:r>
          </a:p>
        </p:txBody>
      </p:sp>
      <p:sp>
        <p:nvSpPr>
          <p:cNvPr id="5" name="Slide Number Placeholder 4"/>
          <p:cNvSpPr>
            <a:spLocks noGrp="1"/>
          </p:cNvSpPr>
          <p:nvPr>
            <p:ph type="sldNum" idx="5"/>
          </p:nvPr>
        </p:nvSpPr>
        <p:spPr/>
        <p:txBody>
          <a:bodyPr/>
          <a:lstStyle/>
          <a:p>
            <a:pPr algn="r">
              <a:buNone/>
            </a:pPr>
            <a:fld id="{D3E060D5-D088-46B6-B870-3D203A0E9FCD}" type="slidenum">
              <a:rPr lang="en-IN" sz="1400" b="0" strike="noStrike" spc="-1" smtClean="0">
                <a:latin typeface="Times New Roman"/>
              </a:rPr>
              <a:pPr algn="r">
                <a:buNone/>
              </a:pPr>
              <a:t>12</a:t>
            </a:fld>
            <a:endParaRPr lang="en-IN" sz="1400" b="0" strike="noStrike" spc="-1">
              <a:latin typeface="Times New Roman"/>
            </a:endParaRPr>
          </a:p>
        </p:txBody>
      </p:sp>
    </p:spTree>
    <p:extLst>
      <p:ext uri="{BB962C8B-B14F-4D97-AF65-F5344CB8AC3E}">
        <p14:creationId xmlns:p14="http://schemas.microsoft.com/office/powerpoint/2010/main" val="2292682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E305C2ED-07D6-47CE-A042-F19CB4F3D430}"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6" name="PlaceHolder 2"/>
          <p:cNvSpPr>
            <a:spLocks noGrp="1"/>
          </p:cNvSpPr>
          <p:nvPr>
            <p:ph type="subTitle"/>
          </p:nvPr>
        </p:nvSpPr>
        <p:spPr>
          <a:xfrm>
            <a:off x="238680" y="1262160"/>
            <a:ext cx="8719560" cy="4740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sldNum" idx="1"/>
          </p:nvPr>
        </p:nvSpPr>
        <p:spPr/>
        <p:txBody>
          <a:bodyPr/>
          <a:lstStyle/>
          <a:p>
            <a:fld id="{6064E386-EFDD-4DA0-95B6-CD320D41C8D2}"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8" name="PlaceHolder 2"/>
          <p:cNvSpPr>
            <a:spLocks noGrp="1"/>
          </p:cNvSpPr>
          <p:nvPr>
            <p:ph/>
          </p:nvPr>
        </p:nvSpPr>
        <p:spPr>
          <a:xfrm>
            <a:off x="238680" y="1262160"/>
            <a:ext cx="871956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4" name="PlaceHolder 3"/>
          <p:cNvSpPr>
            <a:spLocks noGrp="1"/>
          </p:cNvSpPr>
          <p:nvPr>
            <p:ph type="sldNum" idx="1"/>
          </p:nvPr>
        </p:nvSpPr>
        <p:spPr/>
        <p:txBody>
          <a:bodyPr/>
          <a:lstStyle/>
          <a:p>
            <a:fld id="{5219FEC3-2CD1-4A43-B22B-4AA4F35B37CC}"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10" name="PlaceHolder 2"/>
          <p:cNvSpPr>
            <a:spLocks noGrp="1"/>
          </p:cNvSpPr>
          <p:nvPr>
            <p:ph/>
          </p:nvPr>
        </p:nvSpPr>
        <p:spPr>
          <a:xfrm>
            <a:off x="23868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11" name="PlaceHolder 3"/>
          <p:cNvSpPr>
            <a:spLocks noGrp="1"/>
          </p:cNvSpPr>
          <p:nvPr>
            <p:ph/>
          </p:nvPr>
        </p:nvSpPr>
        <p:spPr>
          <a:xfrm>
            <a:off x="470664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 name="PlaceHolder 4"/>
          <p:cNvSpPr>
            <a:spLocks noGrp="1"/>
          </p:cNvSpPr>
          <p:nvPr>
            <p:ph type="sldNum" idx="1"/>
          </p:nvPr>
        </p:nvSpPr>
        <p:spPr/>
        <p:txBody>
          <a:bodyPr/>
          <a:lstStyle/>
          <a:p>
            <a:fld id="{E7734F62-50B0-4DFF-B9A6-15E8FBFBDC66}"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3" name="PlaceHolder 2"/>
          <p:cNvSpPr>
            <a:spLocks noGrp="1"/>
          </p:cNvSpPr>
          <p:nvPr>
            <p:ph type="sldNum" idx="1"/>
          </p:nvPr>
        </p:nvSpPr>
        <p:spPr/>
        <p:txBody>
          <a:bodyPr/>
          <a:lstStyle/>
          <a:p>
            <a:fld id="{D3ABBD35-D23D-4CF5-A0D8-019F26A1C656}"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238680" y="185400"/>
            <a:ext cx="8719560" cy="44384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sldNum" idx="1"/>
          </p:nvPr>
        </p:nvSpPr>
        <p:spPr/>
        <p:txBody>
          <a:bodyPr/>
          <a:lstStyle/>
          <a:p>
            <a:fld id="{6B140B27-1975-4179-8BC0-8930A487D9E3}"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15"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16" name="PlaceHolder 3"/>
          <p:cNvSpPr>
            <a:spLocks noGrp="1"/>
          </p:cNvSpPr>
          <p:nvPr>
            <p:ph/>
          </p:nvPr>
        </p:nvSpPr>
        <p:spPr>
          <a:xfrm>
            <a:off x="470664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17" name="PlaceHolder 4"/>
          <p:cNvSpPr>
            <a:spLocks noGrp="1"/>
          </p:cNvSpPr>
          <p:nvPr>
            <p:ph/>
          </p:nvPr>
        </p:nvSpPr>
        <p:spPr>
          <a:xfrm>
            <a:off x="23868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1"/>
          </p:nvPr>
        </p:nvSpPr>
        <p:spPr/>
        <p:txBody>
          <a:bodyPr/>
          <a:lstStyle/>
          <a:p>
            <a:fld id="{219A65F4-7C98-4DBD-AD1E-CA540CA0D2C0}"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19" name="PlaceHolder 2"/>
          <p:cNvSpPr>
            <a:spLocks noGrp="1"/>
          </p:cNvSpPr>
          <p:nvPr>
            <p:ph/>
          </p:nvPr>
        </p:nvSpPr>
        <p:spPr>
          <a:xfrm>
            <a:off x="23868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20"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21" name="PlaceHolder 4"/>
          <p:cNvSpPr>
            <a:spLocks noGrp="1"/>
          </p:cNvSpPr>
          <p:nvPr>
            <p:ph/>
          </p:nvPr>
        </p:nvSpPr>
        <p:spPr>
          <a:xfrm>
            <a:off x="470664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1"/>
          </p:nvPr>
        </p:nvSpPr>
        <p:spPr/>
        <p:txBody>
          <a:bodyPr/>
          <a:lstStyle/>
          <a:p>
            <a:fld id="{C23E8706-D7A0-4BC2-872D-F407A8A30BBF}"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23"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24"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25" name="PlaceHolder 4"/>
          <p:cNvSpPr>
            <a:spLocks noGrp="1"/>
          </p:cNvSpPr>
          <p:nvPr>
            <p:ph/>
          </p:nvPr>
        </p:nvSpPr>
        <p:spPr>
          <a:xfrm>
            <a:off x="238680" y="373860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1"/>
          </p:nvPr>
        </p:nvSpPr>
        <p:spPr/>
        <p:txBody>
          <a:bodyPr/>
          <a:lstStyle/>
          <a:p>
            <a:fld id="{74656DA3-311B-48F4-BFB8-B8076B2BCFDF}"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27" name="PlaceHolder 2"/>
          <p:cNvSpPr>
            <a:spLocks noGrp="1"/>
          </p:cNvSpPr>
          <p:nvPr>
            <p:ph/>
          </p:nvPr>
        </p:nvSpPr>
        <p:spPr>
          <a:xfrm>
            <a:off x="238680" y="126216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28" name="PlaceHolder 3"/>
          <p:cNvSpPr>
            <a:spLocks noGrp="1"/>
          </p:cNvSpPr>
          <p:nvPr>
            <p:ph/>
          </p:nvPr>
        </p:nvSpPr>
        <p:spPr>
          <a:xfrm>
            <a:off x="238680" y="373860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 name="PlaceHolder 4"/>
          <p:cNvSpPr>
            <a:spLocks noGrp="1"/>
          </p:cNvSpPr>
          <p:nvPr>
            <p:ph type="sldNum" idx="1"/>
          </p:nvPr>
        </p:nvSpPr>
        <p:spPr/>
        <p:txBody>
          <a:bodyPr/>
          <a:lstStyle/>
          <a:p>
            <a:fld id="{796138D3-3942-4AA0-8C28-96EB97EF3DE0}"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30"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1"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2" name="PlaceHolder 4"/>
          <p:cNvSpPr>
            <a:spLocks noGrp="1"/>
          </p:cNvSpPr>
          <p:nvPr>
            <p:ph/>
          </p:nvPr>
        </p:nvSpPr>
        <p:spPr>
          <a:xfrm>
            <a:off x="23868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3" name="PlaceHolder 5"/>
          <p:cNvSpPr>
            <a:spLocks noGrp="1"/>
          </p:cNvSpPr>
          <p:nvPr>
            <p:ph/>
          </p:nvPr>
        </p:nvSpPr>
        <p:spPr>
          <a:xfrm>
            <a:off x="470664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 name="PlaceHolder 6"/>
          <p:cNvSpPr>
            <a:spLocks noGrp="1"/>
          </p:cNvSpPr>
          <p:nvPr>
            <p:ph type="sldNum" idx="1"/>
          </p:nvPr>
        </p:nvSpPr>
        <p:spPr/>
        <p:txBody>
          <a:bodyPr/>
          <a:lstStyle/>
          <a:p>
            <a:fld id="{CA751BC5-D854-466C-B077-6F8B34CC7F08}"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35" name="PlaceHolder 2"/>
          <p:cNvSpPr>
            <a:spLocks noGrp="1"/>
          </p:cNvSpPr>
          <p:nvPr>
            <p:ph/>
          </p:nvPr>
        </p:nvSpPr>
        <p:spPr>
          <a:xfrm>
            <a:off x="23868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6" name="PlaceHolder 3"/>
          <p:cNvSpPr>
            <a:spLocks noGrp="1"/>
          </p:cNvSpPr>
          <p:nvPr>
            <p:ph/>
          </p:nvPr>
        </p:nvSpPr>
        <p:spPr>
          <a:xfrm>
            <a:off x="318672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7" name="PlaceHolder 4"/>
          <p:cNvSpPr>
            <a:spLocks noGrp="1"/>
          </p:cNvSpPr>
          <p:nvPr>
            <p:ph/>
          </p:nvPr>
        </p:nvSpPr>
        <p:spPr>
          <a:xfrm>
            <a:off x="613476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8" name="PlaceHolder 5"/>
          <p:cNvSpPr>
            <a:spLocks noGrp="1"/>
          </p:cNvSpPr>
          <p:nvPr>
            <p:ph/>
          </p:nvPr>
        </p:nvSpPr>
        <p:spPr>
          <a:xfrm>
            <a:off x="23868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9" name="PlaceHolder 6"/>
          <p:cNvSpPr>
            <a:spLocks noGrp="1"/>
          </p:cNvSpPr>
          <p:nvPr>
            <p:ph/>
          </p:nvPr>
        </p:nvSpPr>
        <p:spPr>
          <a:xfrm>
            <a:off x="318672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40" name="PlaceHolder 7"/>
          <p:cNvSpPr>
            <a:spLocks noGrp="1"/>
          </p:cNvSpPr>
          <p:nvPr>
            <p:ph/>
          </p:nvPr>
        </p:nvSpPr>
        <p:spPr>
          <a:xfrm>
            <a:off x="613476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9" name="PlaceHolder 8"/>
          <p:cNvSpPr>
            <a:spLocks noGrp="1"/>
          </p:cNvSpPr>
          <p:nvPr>
            <p:ph type="sldNum" idx="1"/>
          </p:nvPr>
        </p:nvSpPr>
        <p:spPr/>
        <p:txBody>
          <a:bodyPr/>
          <a:lstStyle/>
          <a:p>
            <a:fld id="{10BFF196-D369-453F-A80B-8A16B5E0C858}"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97079C45-AA8B-4BC2-BFAE-7D27532C2935}"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48" name="PlaceHolder 2"/>
          <p:cNvSpPr>
            <a:spLocks noGrp="1"/>
          </p:cNvSpPr>
          <p:nvPr>
            <p:ph type="subTitle"/>
          </p:nvPr>
        </p:nvSpPr>
        <p:spPr>
          <a:xfrm>
            <a:off x="238680" y="1262160"/>
            <a:ext cx="8719560" cy="4740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sldNum" idx="2"/>
          </p:nvPr>
        </p:nvSpPr>
        <p:spPr/>
        <p:txBody>
          <a:bodyPr/>
          <a:lstStyle/>
          <a:p>
            <a:fld id="{9C81CE2F-BE4E-4AC2-A647-0449FF65CCC7}"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50" name="PlaceHolder 2"/>
          <p:cNvSpPr>
            <a:spLocks noGrp="1"/>
          </p:cNvSpPr>
          <p:nvPr>
            <p:ph/>
          </p:nvPr>
        </p:nvSpPr>
        <p:spPr>
          <a:xfrm>
            <a:off x="238680" y="1262160"/>
            <a:ext cx="871956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4" name="PlaceHolder 3"/>
          <p:cNvSpPr>
            <a:spLocks noGrp="1"/>
          </p:cNvSpPr>
          <p:nvPr>
            <p:ph type="sldNum" idx="2"/>
          </p:nvPr>
        </p:nvSpPr>
        <p:spPr/>
        <p:txBody>
          <a:bodyPr/>
          <a:lstStyle/>
          <a:p>
            <a:fld id="{1152325F-1597-437E-9935-C94423CA07A1}"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52" name="PlaceHolder 2"/>
          <p:cNvSpPr>
            <a:spLocks noGrp="1"/>
          </p:cNvSpPr>
          <p:nvPr>
            <p:ph/>
          </p:nvPr>
        </p:nvSpPr>
        <p:spPr>
          <a:xfrm>
            <a:off x="23868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3" name="PlaceHolder 3"/>
          <p:cNvSpPr>
            <a:spLocks noGrp="1"/>
          </p:cNvSpPr>
          <p:nvPr>
            <p:ph/>
          </p:nvPr>
        </p:nvSpPr>
        <p:spPr>
          <a:xfrm>
            <a:off x="470664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 name="PlaceHolder 4"/>
          <p:cNvSpPr>
            <a:spLocks noGrp="1"/>
          </p:cNvSpPr>
          <p:nvPr>
            <p:ph type="sldNum" idx="2"/>
          </p:nvPr>
        </p:nvSpPr>
        <p:spPr/>
        <p:txBody>
          <a:bodyPr/>
          <a:lstStyle/>
          <a:p>
            <a:fld id="{D5EC9679-FF61-4250-9314-422C2D472EAF}"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3" name="PlaceHolder 2"/>
          <p:cNvSpPr>
            <a:spLocks noGrp="1"/>
          </p:cNvSpPr>
          <p:nvPr>
            <p:ph type="sldNum" idx="2"/>
          </p:nvPr>
        </p:nvSpPr>
        <p:spPr/>
        <p:txBody>
          <a:bodyPr/>
          <a:lstStyle/>
          <a:p>
            <a:fld id="{238F18A7-2ECB-4E82-A9BA-B59817135937}"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238680" y="185400"/>
            <a:ext cx="8719560" cy="44384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sldNum" idx="2"/>
          </p:nvPr>
        </p:nvSpPr>
        <p:spPr/>
        <p:txBody>
          <a:bodyPr/>
          <a:lstStyle/>
          <a:p>
            <a:fld id="{673FF80D-1D2F-4CB1-855A-6B7CF11D32EA}"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57"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8" name="PlaceHolder 3"/>
          <p:cNvSpPr>
            <a:spLocks noGrp="1"/>
          </p:cNvSpPr>
          <p:nvPr>
            <p:ph/>
          </p:nvPr>
        </p:nvSpPr>
        <p:spPr>
          <a:xfrm>
            <a:off x="470664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9" name="PlaceHolder 4"/>
          <p:cNvSpPr>
            <a:spLocks noGrp="1"/>
          </p:cNvSpPr>
          <p:nvPr>
            <p:ph/>
          </p:nvPr>
        </p:nvSpPr>
        <p:spPr>
          <a:xfrm>
            <a:off x="23868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2"/>
          </p:nvPr>
        </p:nvSpPr>
        <p:spPr/>
        <p:txBody>
          <a:bodyPr/>
          <a:lstStyle/>
          <a:p>
            <a:fld id="{50C38BE3-A24F-4720-A176-0453EA17B985}"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61" name="PlaceHolder 2"/>
          <p:cNvSpPr>
            <a:spLocks noGrp="1"/>
          </p:cNvSpPr>
          <p:nvPr>
            <p:ph/>
          </p:nvPr>
        </p:nvSpPr>
        <p:spPr>
          <a:xfrm>
            <a:off x="23868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2"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3" name="PlaceHolder 4"/>
          <p:cNvSpPr>
            <a:spLocks noGrp="1"/>
          </p:cNvSpPr>
          <p:nvPr>
            <p:ph/>
          </p:nvPr>
        </p:nvSpPr>
        <p:spPr>
          <a:xfrm>
            <a:off x="470664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2"/>
          </p:nvPr>
        </p:nvSpPr>
        <p:spPr/>
        <p:txBody>
          <a:bodyPr/>
          <a:lstStyle/>
          <a:p>
            <a:fld id="{D625F6AF-FEA6-4769-BDA2-8636FFFE7F4D}"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65"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6"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7" name="PlaceHolder 4"/>
          <p:cNvSpPr>
            <a:spLocks noGrp="1"/>
          </p:cNvSpPr>
          <p:nvPr>
            <p:ph/>
          </p:nvPr>
        </p:nvSpPr>
        <p:spPr>
          <a:xfrm>
            <a:off x="238680" y="373860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2"/>
          </p:nvPr>
        </p:nvSpPr>
        <p:spPr/>
        <p:txBody>
          <a:bodyPr/>
          <a:lstStyle/>
          <a:p>
            <a:fld id="{23CFBFA0-B6D3-4C28-BE6A-B7D979810D49}"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69" name="PlaceHolder 2"/>
          <p:cNvSpPr>
            <a:spLocks noGrp="1"/>
          </p:cNvSpPr>
          <p:nvPr>
            <p:ph/>
          </p:nvPr>
        </p:nvSpPr>
        <p:spPr>
          <a:xfrm>
            <a:off x="238680" y="126216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0" name="PlaceHolder 3"/>
          <p:cNvSpPr>
            <a:spLocks noGrp="1"/>
          </p:cNvSpPr>
          <p:nvPr>
            <p:ph/>
          </p:nvPr>
        </p:nvSpPr>
        <p:spPr>
          <a:xfrm>
            <a:off x="238680" y="373860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 name="PlaceHolder 4"/>
          <p:cNvSpPr>
            <a:spLocks noGrp="1"/>
          </p:cNvSpPr>
          <p:nvPr>
            <p:ph type="sldNum" idx="2"/>
          </p:nvPr>
        </p:nvSpPr>
        <p:spPr/>
        <p:txBody>
          <a:bodyPr/>
          <a:lstStyle/>
          <a:p>
            <a:fld id="{A6D93309-141D-46A0-A43C-764247485F1D}"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72"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3"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4" name="PlaceHolder 4"/>
          <p:cNvSpPr>
            <a:spLocks noGrp="1"/>
          </p:cNvSpPr>
          <p:nvPr>
            <p:ph/>
          </p:nvPr>
        </p:nvSpPr>
        <p:spPr>
          <a:xfrm>
            <a:off x="23868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5" name="PlaceHolder 5"/>
          <p:cNvSpPr>
            <a:spLocks noGrp="1"/>
          </p:cNvSpPr>
          <p:nvPr>
            <p:ph/>
          </p:nvPr>
        </p:nvSpPr>
        <p:spPr>
          <a:xfrm>
            <a:off x="470664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 name="PlaceHolder 6"/>
          <p:cNvSpPr>
            <a:spLocks noGrp="1"/>
          </p:cNvSpPr>
          <p:nvPr>
            <p:ph type="sldNum" idx="2"/>
          </p:nvPr>
        </p:nvSpPr>
        <p:spPr/>
        <p:txBody>
          <a:bodyPr/>
          <a:lstStyle/>
          <a:p>
            <a:fld id="{39993FDB-A432-4BA0-9893-686D557B339C}"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77" name="PlaceHolder 2"/>
          <p:cNvSpPr>
            <a:spLocks noGrp="1"/>
          </p:cNvSpPr>
          <p:nvPr>
            <p:ph/>
          </p:nvPr>
        </p:nvSpPr>
        <p:spPr>
          <a:xfrm>
            <a:off x="23868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8" name="PlaceHolder 3"/>
          <p:cNvSpPr>
            <a:spLocks noGrp="1"/>
          </p:cNvSpPr>
          <p:nvPr>
            <p:ph/>
          </p:nvPr>
        </p:nvSpPr>
        <p:spPr>
          <a:xfrm>
            <a:off x="318672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9" name="PlaceHolder 4"/>
          <p:cNvSpPr>
            <a:spLocks noGrp="1"/>
          </p:cNvSpPr>
          <p:nvPr>
            <p:ph/>
          </p:nvPr>
        </p:nvSpPr>
        <p:spPr>
          <a:xfrm>
            <a:off x="613476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80" name="PlaceHolder 5"/>
          <p:cNvSpPr>
            <a:spLocks noGrp="1"/>
          </p:cNvSpPr>
          <p:nvPr>
            <p:ph/>
          </p:nvPr>
        </p:nvSpPr>
        <p:spPr>
          <a:xfrm>
            <a:off x="23868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81" name="PlaceHolder 6"/>
          <p:cNvSpPr>
            <a:spLocks noGrp="1"/>
          </p:cNvSpPr>
          <p:nvPr>
            <p:ph/>
          </p:nvPr>
        </p:nvSpPr>
        <p:spPr>
          <a:xfrm>
            <a:off x="318672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82" name="PlaceHolder 7"/>
          <p:cNvSpPr>
            <a:spLocks noGrp="1"/>
          </p:cNvSpPr>
          <p:nvPr>
            <p:ph/>
          </p:nvPr>
        </p:nvSpPr>
        <p:spPr>
          <a:xfrm>
            <a:off x="613476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9" name="PlaceHolder 8"/>
          <p:cNvSpPr>
            <a:spLocks noGrp="1"/>
          </p:cNvSpPr>
          <p:nvPr>
            <p:ph type="sldNum" idx="2"/>
          </p:nvPr>
        </p:nvSpPr>
        <p:spPr/>
        <p:txBody>
          <a:bodyPr/>
          <a:lstStyle/>
          <a:p>
            <a:fld id="{A14AE350-2F30-48FB-8CD0-46107B94B9E7}" type="slidenum">
              <a:rPr/>
              <a:pPr/>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a:noFill/>
          <a:ln w="0">
            <a:noFill/>
          </a:ln>
        </p:spPr>
        <p:txBody>
          <a:bodyPr numCol="1" spcCol="0" anchor="ctr">
            <a:noAutofit/>
          </a:bodyPr>
          <a:lstStyle/>
          <a:p>
            <a:pPr algn="ctr">
              <a:lnSpc>
                <a:spcPct val="100000"/>
              </a:lnSpc>
              <a:buNone/>
            </a:pPr>
            <a:r>
              <a:rPr lang="en-US" sz="4400" b="0" strike="noStrike" spc="-1">
                <a:solidFill>
                  <a:srgbClr val="FF0000"/>
                </a:solidFill>
                <a:latin typeface="Times New Roman"/>
              </a:rPr>
              <a:t>Click to edit Master title style</a:t>
            </a:r>
            <a:endParaRPr lang="en-US" sz="4400" b="0" strike="noStrike" spc="-1">
              <a:solidFill>
                <a:srgbClr val="000000"/>
              </a:solidFill>
              <a:latin typeface="Arial"/>
            </a:endParaRPr>
          </a:p>
        </p:txBody>
      </p:sp>
      <p:sp>
        <p:nvSpPr>
          <p:cNvPr id="6" name="PlaceHolder 2"/>
          <p:cNvSpPr>
            <a:spLocks noGrp="1"/>
          </p:cNvSpPr>
          <p:nvPr>
            <p:ph type="sldNum" idx="1"/>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lang="en-US" sz="1400" b="0" strike="noStrike" spc="-1">
                <a:solidFill>
                  <a:srgbClr val="000000"/>
                </a:solidFill>
                <a:latin typeface="Times New Roman"/>
              </a:defRPr>
            </a:lvl1pPr>
          </a:lstStyle>
          <a:p>
            <a:pPr algn="r">
              <a:lnSpc>
                <a:spcPct val="100000"/>
              </a:lnSpc>
              <a:buNone/>
            </a:pPr>
            <a:fld id="{B964D109-1B33-477F-A782-09A66A90BBFD}" type="slidenum">
              <a:rPr lang="en-US" sz="1400" b="0" strike="noStrike" spc="-1">
                <a:solidFill>
                  <a:srgbClr val="000000"/>
                </a:solidFill>
                <a:latin typeface="Times New Roman"/>
              </a:rPr>
              <a:pPr algn="r">
                <a:lnSpc>
                  <a:spcPct val="100000"/>
                </a:lnSpc>
                <a:buNone/>
              </a:pPr>
              <a:t>‹#›</a:t>
            </a:fld>
            <a:endParaRPr lang="en-IN" sz="1400" b="0" strike="noStrike" spc="-1">
              <a:latin typeface="Times New Roman"/>
            </a:endParaRPr>
          </a:p>
        </p:txBody>
      </p:sp>
      <p:sp>
        <p:nvSpPr>
          <p:cNvPr id="2" name="PlaceHolder 3"/>
          <p:cNvSpPr>
            <a:spLocks noGrp="1"/>
          </p:cNvSpPr>
          <p:nvPr>
            <p:ph type="body"/>
          </p:nvPr>
        </p:nvSpPr>
        <p:spPr>
          <a:xfrm>
            <a:off x="410760" y="144000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2400" b="0" strike="noStrike" spc="-1">
                <a:solidFill>
                  <a:srgbClr val="000000"/>
                </a:solidFill>
                <a:latin typeface="Times New Roman"/>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Times New Roman"/>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Times New Roman"/>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Times New Roman"/>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Times New Roman"/>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Times New Roman"/>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Times New Roman"/>
              </a:rPr>
              <a:t>Seventh Outline Level</a:t>
            </a:r>
          </a:p>
        </p:txBody>
      </p:sp>
      <p:sp>
        <p:nvSpPr>
          <p:cNvPr id="3" name="Rectangle 2"/>
          <p:cNvSpPr/>
          <p:nvPr/>
        </p:nvSpPr>
        <p:spPr>
          <a:xfrm>
            <a:off x="-180000" y="0"/>
            <a:ext cx="9540000" cy="720000"/>
          </a:xfrm>
          <a:prstGeom prst="rect">
            <a:avLst/>
          </a:prstGeom>
          <a:solidFill>
            <a:srgbClr val="103D6D"/>
          </a:solidFill>
          <a:ln w="0">
            <a:solidFill>
              <a:srgbClr val="3465A4"/>
            </a:solidFill>
          </a:ln>
        </p:spPr>
        <p:style>
          <a:lnRef idx="0">
            <a:scrgbClr r="0" g="0" b="0"/>
          </a:lnRef>
          <a:fillRef idx="0">
            <a:scrgbClr r="0" g="0" b="0"/>
          </a:fillRef>
          <a:effectRef idx="0">
            <a:scrgbClr r="0" g="0" b="0"/>
          </a:effectRef>
          <a:fontRef idx="minor"/>
        </p:style>
        <p:txBody>
          <a:bodyPr/>
          <a:lstStyle/>
          <a:p>
            <a:endParaRPr lang="en-IN"/>
          </a:p>
        </p:txBody>
      </p:sp>
      <p:sp>
        <p:nvSpPr>
          <p:cNvPr id="4" name="Rectangle 1"/>
          <p:cNvSpPr txBox="1"/>
          <p:nvPr/>
        </p:nvSpPr>
        <p:spPr>
          <a:xfrm>
            <a:off x="720000" y="180360"/>
            <a:ext cx="7737840" cy="383400"/>
          </a:xfrm>
          <a:prstGeom prst="rect">
            <a:avLst/>
          </a:prstGeom>
          <a:noFill/>
          <a:ln w="0">
            <a:noFill/>
          </a:ln>
        </p:spPr>
        <p:txBody>
          <a:bodyPr numCol="1" spcCol="0" anchor="t">
            <a:noAutofit/>
          </a:bodyPr>
          <a:lstStyle/>
          <a:p>
            <a:pPr algn="ctr">
              <a:lnSpc>
                <a:spcPct val="100000"/>
              </a:lnSpc>
              <a:spcBef>
                <a:spcPts val="1080"/>
              </a:spcBef>
              <a:buNone/>
              <a:tabLst>
                <a:tab pos="0" algn="l"/>
              </a:tabLst>
            </a:pPr>
            <a:r>
              <a:rPr lang="en-US" sz="2400" b="1" strike="noStrike" spc="-1">
                <a:solidFill>
                  <a:srgbClr val="FFFFFF"/>
                </a:solidFill>
                <a:latin typeface="Times New Roman"/>
              </a:rPr>
              <a:t>DEPARTMENT OF MCA</a:t>
            </a:r>
            <a:endParaRPr lang="en-IN" sz="2400" b="0" strike="noStrike" spc="-1">
              <a:solidFill>
                <a:srgbClr val="FFFFFF"/>
              </a:solidFill>
              <a:latin typeface="Aria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238680" y="185400"/>
            <a:ext cx="8719560" cy="957240"/>
          </a:xfrm>
          <a:prstGeom prst="rect">
            <a:avLst/>
          </a:prstGeom>
          <a:noFill/>
          <a:ln w="0">
            <a:noFill/>
          </a:ln>
        </p:spPr>
        <p:txBody>
          <a:bodyPr numCol="1" spcCol="0" anchor="ctr">
            <a:noAutofit/>
          </a:bodyPr>
          <a:lstStyle/>
          <a:p>
            <a:pPr algn="ctr">
              <a:lnSpc>
                <a:spcPct val="100000"/>
              </a:lnSpc>
              <a:buNone/>
            </a:pPr>
            <a:r>
              <a:rPr lang="en-US" sz="4400" b="0" strike="noStrike" spc="-1">
                <a:solidFill>
                  <a:srgbClr val="FF0000"/>
                </a:solidFill>
                <a:latin typeface="Times New Roman"/>
              </a:rPr>
              <a:t>Click to edit Master title style</a:t>
            </a:r>
            <a:endParaRPr lang="en-US" sz="4400" b="0" strike="noStrike" spc="-1">
              <a:solidFill>
                <a:srgbClr val="000000"/>
              </a:solidFill>
              <a:latin typeface="Arial"/>
            </a:endParaRPr>
          </a:p>
        </p:txBody>
      </p:sp>
      <p:sp>
        <p:nvSpPr>
          <p:cNvPr id="42" name="PlaceHolder 2"/>
          <p:cNvSpPr>
            <a:spLocks noGrp="1"/>
          </p:cNvSpPr>
          <p:nvPr>
            <p:ph type="body"/>
          </p:nvPr>
        </p:nvSpPr>
        <p:spPr>
          <a:xfrm>
            <a:off x="238680" y="1262160"/>
            <a:ext cx="8719560" cy="4740840"/>
          </a:xfrm>
          <a:prstGeom prst="rect">
            <a:avLst/>
          </a:prstGeom>
          <a:noFill/>
          <a:ln w="0">
            <a:noFill/>
          </a:ln>
        </p:spPr>
        <p:txBody>
          <a:bodyPr numCol="1" spcCol="0" anchor="t">
            <a:noAutofit/>
          </a:bodyPr>
          <a:lstStyle/>
          <a:p>
            <a:pPr marL="432000" indent="-324000">
              <a:lnSpc>
                <a:spcPct val="100000"/>
              </a:lnSpc>
              <a:spcBef>
                <a:spcPts val="479"/>
              </a:spcBef>
              <a:buClr>
                <a:srgbClr val="000000"/>
              </a:buClr>
              <a:buSzPct val="45000"/>
              <a:buFont typeface="Wingdings" charset="2"/>
              <a:buChar char=""/>
            </a:pPr>
            <a:r>
              <a:rPr lang="en-US" sz="2400" b="0" strike="noStrike" spc="-1">
                <a:solidFill>
                  <a:srgbClr val="000000"/>
                </a:solidFill>
                <a:latin typeface="Times New Roman"/>
              </a:rPr>
              <a:t>Click to edit Master text styles</a:t>
            </a:r>
          </a:p>
          <a:p>
            <a:pPr marL="864000" lvl="1" indent="-324000">
              <a:lnSpc>
                <a:spcPct val="100000"/>
              </a:lnSpc>
              <a:spcBef>
                <a:spcPts val="561"/>
              </a:spcBef>
              <a:buClr>
                <a:srgbClr val="000000"/>
              </a:buClr>
              <a:buSzPct val="75000"/>
              <a:buFont typeface="Symbol" charset="2"/>
              <a:buChar char=""/>
            </a:pPr>
            <a:r>
              <a:rPr lang="en-US" sz="2800" b="0" strike="noStrike" spc="-1">
                <a:solidFill>
                  <a:srgbClr val="000000"/>
                </a:solidFill>
                <a:latin typeface="Times New Roman"/>
              </a:rPr>
              <a:t>Second level</a:t>
            </a:r>
          </a:p>
          <a:p>
            <a:pPr marL="1296000" lvl="2" indent="-288000">
              <a:lnSpc>
                <a:spcPct val="100000"/>
              </a:lnSpc>
              <a:spcBef>
                <a:spcPts val="479"/>
              </a:spcBef>
              <a:buClr>
                <a:srgbClr val="000000"/>
              </a:buClr>
              <a:buSzPct val="45000"/>
              <a:buFont typeface="Wingdings" charset="2"/>
              <a:buChar char=""/>
            </a:pPr>
            <a:r>
              <a:rPr lang="en-US" sz="2400" b="0" strike="noStrike" spc="-1">
                <a:solidFill>
                  <a:srgbClr val="000000"/>
                </a:solidFill>
                <a:latin typeface="Times New Roman"/>
              </a:rPr>
              <a:t>Third level</a:t>
            </a:r>
          </a:p>
          <a:p>
            <a:pPr marL="1728000" lvl="3" indent="-216000">
              <a:lnSpc>
                <a:spcPct val="100000"/>
              </a:lnSpc>
              <a:spcBef>
                <a:spcPts val="400"/>
              </a:spcBef>
              <a:buClr>
                <a:srgbClr val="000000"/>
              </a:buClr>
              <a:buSzPct val="75000"/>
              <a:buFont typeface="Symbol" charset="2"/>
              <a:buChar char=""/>
            </a:pPr>
            <a:r>
              <a:rPr lang="en-US" sz="2000" b="0" strike="noStrike" spc="-1">
                <a:solidFill>
                  <a:srgbClr val="000000"/>
                </a:solidFill>
                <a:latin typeface="Times New Roman"/>
              </a:rPr>
              <a:t>Fourth level</a:t>
            </a:r>
          </a:p>
          <a:p>
            <a:pPr marL="2160000" lvl="4" indent="-216000">
              <a:lnSpc>
                <a:spcPct val="100000"/>
              </a:lnSpc>
              <a:spcBef>
                <a:spcPts val="400"/>
              </a:spcBef>
              <a:buClr>
                <a:srgbClr val="000000"/>
              </a:buClr>
              <a:buSzPct val="45000"/>
              <a:buFont typeface="Wingdings" charset="2"/>
              <a:buChar char=""/>
            </a:pPr>
            <a:r>
              <a:rPr lang="en-US" sz="2000" b="0" strike="noStrike" spc="-1">
                <a:solidFill>
                  <a:srgbClr val="000000"/>
                </a:solidFill>
                <a:latin typeface="Times New Roman"/>
              </a:rPr>
              <a:t>Fifth level</a:t>
            </a:r>
          </a:p>
        </p:txBody>
      </p:sp>
      <p:sp>
        <p:nvSpPr>
          <p:cNvPr id="43" name="PlaceHolder 3"/>
          <p:cNvSpPr>
            <a:spLocks noGrp="1"/>
          </p:cNvSpPr>
          <p:nvPr>
            <p:ph type="sldNum" idx="2"/>
          </p:nvPr>
        </p:nvSpPr>
        <p:spPr>
          <a:xfrm>
            <a:off x="6553080" y="6392520"/>
            <a:ext cx="1904760" cy="456840"/>
          </a:xfrm>
          <a:prstGeom prst="rect">
            <a:avLst/>
          </a:prstGeom>
          <a:noFill/>
          <a:ln w="9360">
            <a:noFill/>
          </a:ln>
        </p:spPr>
        <p:txBody>
          <a:bodyPr numCol="1" spcCol="0" anchor="t">
            <a:noAutofit/>
          </a:bodyPr>
          <a:lstStyle>
            <a:lvl1pPr algn="r">
              <a:lnSpc>
                <a:spcPct val="100000"/>
              </a:lnSpc>
              <a:buNone/>
              <a:defRPr lang="en-US" sz="1400" b="0" strike="noStrike" spc="-1">
                <a:solidFill>
                  <a:srgbClr val="000000"/>
                </a:solidFill>
                <a:latin typeface="Times New Roman"/>
              </a:defRPr>
            </a:lvl1pPr>
          </a:lstStyle>
          <a:p>
            <a:pPr algn="r">
              <a:lnSpc>
                <a:spcPct val="100000"/>
              </a:lnSpc>
              <a:buNone/>
            </a:pPr>
            <a:fld id="{920DC96D-18ED-4D55-BC2F-304C74A1DE84}" type="slidenum">
              <a:rPr lang="en-US" sz="1400" b="0" strike="noStrike" spc="-1">
                <a:solidFill>
                  <a:srgbClr val="000000"/>
                </a:solidFill>
                <a:latin typeface="Times New Roman"/>
              </a:rPr>
              <a:pPr algn="r">
                <a:lnSpc>
                  <a:spcPct val="100000"/>
                </a:lnSpc>
                <a:buNone/>
              </a:pPr>
              <a:t>‹#›</a:t>
            </a:fld>
            <a:endParaRPr lang="en-IN" sz="1400" b="0" strike="noStrike" spc="-1">
              <a:latin typeface="Times New Roman"/>
            </a:endParaRPr>
          </a:p>
        </p:txBody>
      </p:sp>
      <p:sp>
        <p:nvSpPr>
          <p:cNvPr id="44" name="Straight Connector 6"/>
          <p:cNvSpPr/>
          <p:nvPr/>
        </p:nvSpPr>
        <p:spPr>
          <a:xfrm flipV="1">
            <a:off x="238320" y="6275880"/>
            <a:ext cx="8719920" cy="39600"/>
          </a:xfrm>
          <a:prstGeom prst="line">
            <a:avLst/>
          </a:prstGeom>
          <a:ln w="38160">
            <a:solidFill>
              <a:srgbClr val="000000"/>
            </a:solidFill>
            <a:round/>
          </a:ln>
        </p:spPr>
        <p:style>
          <a:lnRef idx="0">
            <a:scrgbClr r="0" g="0" b="0"/>
          </a:lnRef>
          <a:fillRef idx="0">
            <a:scrgbClr r="0" g="0" b="0"/>
          </a:fillRef>
          <a:effectRef idx="0">
            <a:scrgbClr r="0" g="0" b="0"/>
          </a:effectRef>
          <a:fontRef idx="minor"/>
        </p:style>
        <p:txBody>
          <a:bodyPr/>
          <a:lstStyle/>
          <a:p>
            <a:endParaRPr lang="en-IN"/>
          </a:p>
        </p:txBody>
      </p:sp>
      <p:pic>
        <p:nvPicPr>
          <p:cNvPr id="45" name="Picture 44"/>
          <p:cNvPicPr/>
          <p:nvPr/>
        </p:nvPicPr>
        <p:blipFill>
          <a:blip r:embed="rId14" cstate="print">
            <a:alphaModFix amt="20000"/>
          </a:blip>
          <a:stretch/>
        </p:blipFill>
        <p:spPr>
          <a:xfrm>
            <a:off x="1620000" y="720000"/>
            <a:ext cx="5400000" cy="5400000"/>
          </a:xfrm>
          <a:prstGeom prst="rect">
            <a:avLst/>
          </a:prstGeom>
          <a:ln w="0">
            <a:noFill/>
          </a:ln>
        </p:spPr>
      </p:pic>
      <p:sp>
        <p:nvSpPr>
          <p:cNvPr id="46" name="Rectangle 5"/>
          <p:cNvSpPr txBox="1"/>
          <p:nvPr/>
        </p:nvSpPr>
        <p:spPr>
          <a:xfrm>
            <a:off x="259200" y="6392880"/>
            <a:ext cx="5688000" cy="456840"/>
          </a:xfrm>
          <a:prstGeom prst="rect">
            <a:avLst/>
          </a:prstGeom>
          <a:noFill/>
          <a:ln w="9360">
            <a:noFill/>
          </a:ln>
        </p:spPr>
        <p:txBody>
          <a:bodyPr numCol="1" spcCol="0" anchor="t">
            <a:noAutofit/>
          </a:bodyPr>
          <a:lstStyle/>
          <a:p>
            <a:pPr>
              <a:lnSpc>
                <a:spcPct val="100000"/>
              </a:lnSpc>
              <a:buNone/>
            </a:pPr>
            <a:r>
              <a:rPr lang="en-US" sz="1400" b="0" strike="noStrike" spc="-1">
                <a:solidFill>
                  <a:srgbClr val="000000"/>
                </a:solidFill>
                <a:latin typeface="Times New Roman"/>
              </a:rPr>
              <a:t>&lt;footer&gt;</a:t>
            </a:r>
            <a:endParaRPr lang="en-IN" sz="14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6327837" y="5553623"/>
            <a:ext cx="3992040" cy="1063440"/>
          </a:xfrm>
          <a:prstGeom prst="rect">
            <a:avLst/>
          </a:prstGeom>
          <a:noFill/>
          <a:ln w="0">
            <a:noFill/>
          </a:ln>
        </p:spPr>
        <p:txBody>
          <a:bodyPr numCol="1" spcCol="0" anchor="ctr">
            <a:noAutofit/>
          </a:bodyPr>
          <a:lstStyle/>
          <a:p>
            <a:pPr>
              <a:lnSpc>
                <a:spcPct val="100000"/>
              </a:lnSpc>
              <a:buNone/>
            </a:pPr>
            <a:r>
              <a:rPr lang="en-US" sz="2400" b="1" spc="-1" dirty="0">
                <a:solidFill>
                  <a:srgbClr val="0000FF"/>
                </a:solidFill>
                <a:latin typeface="Cambria" pitchFamily="18" charset="0"/>
                <a:ea typeface="Cambria" pitchFamily="18" charset="0"/>
              </a:rPr>
              <a:t>Ruchitha K M</a:t>
            </a:r>
            <a:br>
              <a:rPr sz="2400" dirty="0">
                <a:latin typeface="Cambria" pitchFamily="18" charset="0"/>
                <a:ea typeface="Cambria" pitchFamily="18" charset="0"/>
              </a:rPr>
            </a:br>
            <a:r>
              <a:rPr lang="en-US" sz="2400" b="1" spc="-1" dirty="0">
                <a:solidFill>
                  <a:srgbClr val="0000FF"/>
                </a:solidFill>
                <a:latin typeface="Cambria" pitchFamily="18" charset="0"/>
                <a:ea typeface="Cambria" pitchFamily="18" charset="0"/>
              </a:rPr>
              <a:t>4VP24MC041</a:t>
            </a:r>
            <a:endParaRPr lang="en-US" sz="2400" b="0" strike="noStrike" spc="-1" dirty="0">
              <a:solidFill>
                <a:srgbClr val="000000"/>
              </a:solidFill>
              <a:latin typeface="Cambria" pitchFamily="18" charset="0"/>
              <a:ea typeface="Cambria" pitchFamily="18" charset="0"/>
            </a:endParaRPr>
          </a:p>
        </p:txBody>
      </p:sp>
      <p:sp>
        <p:nvSpPr>
          <p:cNvPr id="90" name="PlaceHolder 2"/>
          <p:cNvSpPr>
            <a:spLocks noGrp="1"/>
          </p:cNvSpPr>
          <p:nvPr>
            <p:ph type="subTitle"/>
          </p:nvPr>
        </p:nvSpPr>
        <p:spPr>
          <a:xfrm>
            <a:off x="168442" y="1186549"/>
            <a:ext cx="8807116" cy="1873731"/>
          </a:xfrm>
          <a:prstGeom prst="rect">
            <a:avLst/>
          </a:prstGeom>
          <a:noFill/>
          <a:ln w="0">
            <a:noFill/>
          </a:ln>
        </p:spPr>
        <p:txBody>
          <a:bodyPr numCol="1" spcCol="0" anchor="t">
            <a:noAutofit/>
          </a:bodyPr>
          <a:lstStyle/>
          <a:p>
            <a:pPr algn="ctr">
              <a:lnSpc>
                <a:spcPct val="100000"/>
              </a:lnSpc>
              <a:spcBef>
                <a:spcPts val="1080"/>
              </a:spcBef>
              <a:tabLst>
                <a:tab pos="0" algn="l"/>
              </a:tabLst>
            </a:pPr>
            <a:r>
              <a:rPr lang="en-US" sz="3600" b="1" dirty="0">
                <a:latin typeface="Cambria" pitchFamily="18" charset="0"/>
                <a:ea typeface="Cambria" pitchFamily="18" charset="0"/>
                <a:cs typeface="Times New Roman" panose="02020603050405020304" pitchFamily="18" charset="0"/>
              </a:rPr>
              <a:t>Secure AI Model Deployment Using Confidential Computing</a:t>
            </a:r>
            <a:endParaRPr lang="en-IN" sz="3600" b="1" strike="noStrike" spc="-1" dirty="0">
              <a:latin typeface="Cambria" pitchFamily="18" charset="0"/>
              <a:ea typeface="Cambria" pitchFamily="18" charset="0"/>
              <a:cs typeface="Times New Roman" panose="02020603050405020304" pitchFamily="18" charset="0"/>
            </a:endParaRPr>
          </a:p>
        </p:txBody>
      </p:sp>
      <p:pic>
        <p:nvPicPr>
          <p:cNvPr id="91" name="Picture 90"/>
          <p:cNvPicPr/>
          <p:nvPr/>
        </p:nvPicPr>
        <p:blipFill>
          <a:blip r:embed="rId3" cstate="print"/>
          <a:stretch/>
        </p:blipFill>
        <p:spPr>
          <a:xfrm>
            <a:off x="2816163" y="2475836"/>
            <a:ext cx="3511674" cy="3511674"/>
          </a:xfrm>
          <a:prstGeom prst="rect">
            <a:avLst/>
          </a:prstGeom>
          <a:ln w="0">
            <a:noFill/>
          </a:ln>
        </p:spPr>
      </p:pic>
      <p:sp>
        <p:nvSpPr>
          <p:cNvPr id="2" name="PlaceHolder 1">
            <a:extLst>
              <a:ext uri="{FF2B5EF4-FFF2-40B4-BE49-F238E27FC236}">
                <a16:creationId xmlns:a16="http://schemas.microsoft.com/office/drawing/2014/main" id="{14C691B9-C2EA-F80F-F750-42BAB9012F38}"/>
              </a:ext>
            </a:extLst>
          </p:cNvPr>
          <p:cNvSpPr txBox="1">
            <a:spLocks/>
          </p:cNvSpPr>
          <p:nvPr/>
        </p:nvSpPr>
        <p:spPr>
          <a:xfrm>
            <a:off x="540000" y="5630407"/>
            <a:ext cx="3992040" cy="1063440"/>
          </a:xfrm>
          <a:prstGeom prst="rect">
            <a:avLst/>
          </a:prstGeom>
          <a:noFill/>
          <a:ln w="0">
            <a:noFill/>
          </a:ln>
        </p:spPr>
        <p:txBody>
          <a:bodyPr lIns="0" tIns="0" rIns="0" bIns="0" numCol="1" spc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2400" b="1" spc="-1" dirty="0">
                <a:solidFill>
                  <a:srgbClr val="0000FF"/>
                </a:solidFill>
                <a:latin typeface="Cambria" pitchFamily="18" charset="0"/>
                <a:ea typeface="Cambria" pitchFamily="18" charset="0"/>
              </a:rPr>
              <a:t>Prof. Neema H</a:t>
            </a:r>
          </a:p>
          <a:p>
            <a:pPr>
              <a:lnSpc>
                <a:spcPct val="100000"/>
              </a:lnSpc>
            </a:pPr>
            <a:r>
              <a:rPr lang="en-US" sz="2400" b="1" spc="-1" dirty="0">
                <a:solidFill>
                  <a:srgbClr val="0000FF"/>
                </a:solidFill>
                <a:latin typeface="Cambria" pitchFamily="18" charset="0"/>
                <a:ea typeface="Cambria" pitchFamily="18" charset="0"/>
              </a:rPr>
              <a:t>Assistant Professor</a:t>
            </a:r>
            <a:endParaRPr lang="en-US" sz="2400" spc="-1" dirty="0">
              <a:solidFill>
                <a:srgbClr val="000000"/>
              </a:solidFill>
              <a:latin typeface="Cambria" pitchFamily="18" charset="0"/>
              <a:ea typeface="Cambria"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50B2D1-01EB-3951-CC4A-05C11CC1A1B5}"/>
              </a:ext>
            </a:extLst>
          </p:cNvPr>
          <p:cNvSpPr/>
          <p:nvPr/>
        </p:nvSpPr>
        <p:spPr>
          <a:xfrm>
            <a:off x="1336431" y="1354015"/>
            <a:ext cx="6198577" cy="40620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PlaceHolder 1"/>
          <p:cNvSpPr>
            <a:spLocks noGrp="1"/>
          </p:cNvSpPr>
          <p:nvPr>
            <p:ph type="title"/>
          </p:nvPr>
        </p:nvSpPr>
        <p:spPr>
          <a:xfrm>
            <a:off x="238680" y="185400"/>
            <a:ext cx="8719560" cy="957240"/>
          </a:xfrm>
          <a:prstGeom prst="rect">
            <a:avLst/>
          </a:prstGeom>
          <a:noFill/>
          <a:ln w="0">
            <a:noFill/>
          </a:ln>
        </p:spPr>
        <p:txBody>
          <a:bodyPr numCol="1" spcCol="0" anchor="ctr">
            <a:noAutofit/>
          </a:bodyPr>
          <a:lstStyle/>
          <a:p>
            <a:pPr algn="ctr">
              <a:lnSpc>
                <a:spcPct val="100000"/>
              </a:lnSpc>
              <a:buNone/>
            </a:pPr>
            <a:r>
              <a:rPr lang="en-US" sz="4400" b="1" strike="noStrike" spc="-1" dirty="0">
                <a:solidFill>
                  <a:srgbClr val="0000FF"/>
                </a:solidFill>
                <a:latin typeface="Cambria" pitchFamily="18" charset="0"/>
                <a:ea typeface="Cambria" pitchFamily="18" charset="0"/>
              </a:rPr>
              <a:t>Contents</a:t>
            </a:r>
          </a:p>
        </p:txBody>
      </p:sp>
      <p:sp>
        <p:nvSpPr>
          <p:cNvPr id="93" name="PlaceHolder 2"/>
          <p:cNvSpPr>
            <a:spLocks noGrp="1"/>
          </p:cNvSpPr>
          <p:nvPr>
            <p:ph/>
          </p:nvPr>
        </p:nvSpPr>
        <p:spPr>
          <a:xfrm>
            <a:off x="316523" y="763145"/>
            <a:ext cx="8719560" cy="5198040"/>
          </a:xfrm>
          <a:prstGeom prst="rect">
            <a:avLst/>
          </a:prstGeom>
          <a:noFill/>
          <a:ln w="0">
            <a:noFill/>
          </a:ln>
        </p:spPr>
        <p:txBody>
          <a:bodyPr numCol="1" spcCol="0" anchor="t">
            <a:noAutofit/>
          </a:bodyPr>
          <a:lstStyle/>
          <a:p>
            <a:pPr algn="just">
              <a:lnSpc>
                <a:spcPct val="100000"/>
              </a:lnSpc>
              <a:spcBef>
                <a:spcPts val="479"/>
              </a:spcBef>
              <a:buNone/>
            </a:pPr>
            <a:endParaRPr lang="en-US" sz="2400" b="0" strike="noStrike" spc="-1" dirty="0">
              <a:solidFill>
                <a:srgbClr val="000000"/>
              </a:solidFill>
              <a:latin typeface="Cambria" pitchFamily="18" charset="0"/>
              <a:ea typeface="Cambria" pitchFamily="18" charset="0"/>
            </a:endParaRPr>
          </a:p>
          <a:p>
            <a:pPr marL="463680" indent="-463680" algn="just">
              <a:lnSpc>
                <a:spcPct val="200000"/>
              </a:lnSpc>
              <a:spcBef>
                <a:spcPts val="479"/>
              </a:spcBef>
              <a:buClr>
                <a:srgbClr val="3333CC"/>
              </a:buClr>
              <a:buFont typeface="Symbol" charset="2"/>
              <a:buChar char=""/>
            </a:pPr>
            <a:r>
              <a:rPr lang="en-US" sz="2400" spc="-1" dirty="0">
                <a:solidFill>
                  <a:srgbClr val="000000"/>
                </a:solidFill>
                <a:latin typeface="Cambria" pitchFamily="18" charset="0"/>
                <a:ea typeface="Cambria" pitchFamily="18" charset="0"/>
              </a:rPr>
              <a:t>I</a:t>
            </a:r>
            <a:r>
              <a:rPr lang="en-US" sz="2400" b="0" strike="noStrike" spc="-1" dirty="0">
                <a:solidFill>
                  <a:srgbClr val="000000"/>
                </a:solidFill>
                <a:latin typeface="Cambria" pitchFamily="18" charset="0"/>
                <a:ea typeface="Cambria" pitchFamily="18" charset="0"/>
              </a:rPr>
              <a:t>ntroduction</a:t>
            </a:r>
          </a:p>
          <a:p>
            <a:pPr marL="463680" indent="-463680" algn="just">
              <a:lnSpc>
                <a:spcPct val="200000"/>
              </a:lnSpc>
              <a:spcBef>
                <a:spcPts val="479"/>
              </a:spcBef>
              <a:buClr>
                <a:srgbClr val="3333CC"/>
              </a:buClr>
              <a:buFont typeface="Symbol" charset="2"/>
              <a:buChar char=""/>
            </a:pPr>
            <a:r>
              <a:rPr lang="en-US" sz="2400" b="0" strike="noStrike" spc="-1" dirty="0">
                <a:solidFill>
                  <a:srgbClr val="000000"/>
                </a:solidFill>
                <a:latin typeface="Cambria" pitchFamily="18" charset="0"/>
                <a:ea typeface="Cambria" pitchFamily="18" charset="0"/>
              </a:rPr>
              <a:t>Objectives</a:t>
            </a:r>
          </a:p>
          <a:p>
            <a:pPr marL="463680" indent="-463680" algn="just">
              <a:lnSpc>
                <a:spcPct val="200000"/>
              </a:lnSpc>
              <a:spcBef>
                <a:spcPts val="479"/>
              </a:spcBef>
              <a:buClr>
                <a:srgbClr val="3333CC"/>
              </a:buClr>
              <a:buFont typeface="Symbol" charset="2"/>
              <a:buChar char=""/>
            </a:pPr>
            <a:r>
              <a:rPr lang="en-US" sz="2400" b="0" strike="noStrike" spc="-1" dirty="0">
                <a:solidFill>
                  <a:srgbClr val="000000"/>
                </a:solidFill>
                <a:latin typeface="Cambria" pitchFamily="18" charset="0"/>
                <a:ea typeface="Cambria" pitchFamily="18" charset="0"/>
              </a:rPr>
              <a:t>Literature review</a:t>
            </a:r>
          </a:p>
          <a:p>
            <a:pPr marL="463680" indent="-463680" algn="just">
              <a:lnSpc>
                <a:spcPct val="200000"/>
              </a:lnSpc>
              <a:spcBef>
                <a:spcPts val="479"/>
              </a:spcBef>
              <a:buClr>
                <a:srgbClr val="3333CC"/>
              </a:buClr>
              <a:buFont typeface="Symbol" charset="2"/>
              <a:buChar char=""/>
            </a:pPr>
            <a:r>
              <a:rPr lang="en-US" sz="2400" spc="-1" dirty="0">
                <a:solidFill>
                  <a:srgbClr val="000000"/>
                </a:solidFill>
                <a:latin typeface="Cambria" pitchFamily="18" charset="0"/>
                <a:ea typeface="Cambria" pitchFamily="18" charset="0"/>
              </a:rPr>
              <a:t>Applications</a:t>
            </a:r>
            <a:endParaRPr lang="en-US" sz="2400" b="0" strike="noStrike" spc="-1" dirty="0">
              <a:solidFill>
                <a:srgbClr val="000000"/>
              </a:solidFill>
              <a:latin typeface="Cambria" pitchFamily="18" charset="0"/>
              <a:ea typeface="Cambria" pitchFamily="18" charset="0"/>
            </a:endParaRPr>
          </a:p>
          <a:p>
            <a:pPr marL="463680" indent="-463680" algn="just">
              <a:lnSpc>
                <a:spcPct val="200000"/>
              </a:lnSpc>
              <a:spcBef>
                <a:spcPts val="479"/>
              </a:spcBef>
              <a:buClr>
                <a:srgbClr val="3333CC"/>
              </a:buClr>
              <a:buFont typeface="Symbol" charset="2"/>
              <a:buChar char=""/>
            </a:pPr>
            <a:r>
              <a:rPr lang="en-US" sz="2400" spc="-1" dirty="0">
                <a:solidFill>
                  <a:srgbClr val="000000"/>
                </a:solidFill>
                <a:latin typeface="Cambria" pitchFamily="18" charset="0"/>
                <a:ea typeface="Cambria" pitchFamily="18" charset="0"/>
              </a:rPr>
              <a:t>Methodology</a:t>
            </a:r>
            <a:endParaRPr lang="en-US" sz="2400" b="0" strike="noStrike" spc="-1" dirty="0">
              <a:solidFill>
                <a:srgbClr val="000000"/>
              </a:solidFill>
              <a:latin typeface="Cambria" pitchFamily="18" charset="0"/>
              <a:ea typeface="Cambria" pitchFamily="18" charset="0"/>
            </a:endParaRPr>
          </a:p>
          <a:p>
            <a:pPr marL="463680" indent="-463680" algn="just">
              <a:lnSpc>
                <a:spcPct val="200000"/>
              </a:lnSpc>
              <a:spcBef>
                <a:spcPts val="479"/>
              </a:spcBef>
              <a:buClr>
                <a:srgbClr val="3333CC"/>
              </a:buClr>
              <a:buFont typeface="Symbol" charset="2"/>
              <a:buChar char=""/>
            </a:pPr>
            <a:r>
              <a:rPr lang="en-US" sz="2400" b="0" strike="noStrike" spc="-1" dirty="0">
                <a:solidFill>
                  <a:srgbClr val="000000"/>
                </a:solidFill>
                <a:latin typeface="Cambria" pitchFamily="18" charset="0"/>
                <a:ea typeface="Cambria" pitchFamily="18" charset="0"/>
              </a:rPr>
              <a:t>Conclusion</a:t>
            </a:r>
          </a:p>
        </p:txBody>
      </p:sp>
      <p:sp>
        <p:nvSpPr>
          <p:cNvPr id="4" name="PlaceHolder 3"/>
          <p:cNvSpPr>
            <a:spLocks noGrp="1"/>
          </p:cNvSpPr>
          <p:nvPr>
            <p:ph type="sldNum" idx="2"/>
          </p:nvPr>
        </p:nvSpPr>
        <p:spPr/>
        <p:txBody>
          <a:bodyPr/>
          <a:lstStyle/>
          <a:p>
            <a:fld id="{43DB7F55-FE0D-4024-BF14-8FB6E9EF21B1}" type="slidenum">
              <a:rPr/>
              <a:pPr/>
              <a:t>2</a:t>
            </a:fld>
            <a:endParaRPr/>
          </a:p>
        </p:txBody>
      </p:sp>
      <p:sp>
        <p:nvSpPr>
          <p:cNvPr id="3" name="Rectangle 2">
            <a:extLst>
              <a:ext uri="{FF2B5EF4-FFF2-40B4-BE49-F238E27FC236}">
                <a16:creationId xmlns:a16="http://schemas.microsoft.com/office/drawing/2014/main" id="{2A31C731-F3C7-0924-D5C3-F6A8EAF2A5C9}"/>
              </a:ext>
            </a:extLst>
          </p:cNvPr>
          <p:cNvSpPr/>
          <p:nvPr/>
        </p:nvSpPr>
        <p:spPr>
          <a:xfrm>
            <a:off x="316523" y="6471138"/>
            <a:ext cx="694592" cy="2014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C8E5FE95-E06D-B5C3-3866-2595E17D700E}"/>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86B9DB4-7757-6A86-D7CA-E7C4F3909B08}"/>
              </a:ext>
            </a:extLst>
          </p:cNvPr>
          <p:cNvSpPr/>
          <p:nvPr/>
        </p:nvSpPr>
        <p:spPr>
          <a:xfrm>
            <a:off x="1336431" y="1354015"/>
            <a:ext cx="6198577" cy="40620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PlaceHolder 1"/>
          <p:cNvSpPr>
            <a:spLocks noGrp="1"/>
          </p:cNvSpPr>
          <p:nvPr>
            <p:ph type="title"/>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00FF"/>
                </a:solidFill>
                <a:latin typeface="Cambria" pitchFamily="18" charset="0"/>
                <a:ea typeface="Cambria" pitchFamily="18" charset="0"/>
              </a:rPr>
              <a:t>Introduction </a:t>
            </a:r>
          </a:p>
        </p:txBody>
      </p:sp>
      <p:sp>
        <p:nvSpPr>
          <p:cNvPr id="95" name="PlaceHolder 2"/>
          <p:cNvSpPr>
            <a:spLocks noGrp="1"/>
          </p:cNvSpPr>
          <p:nvPr>
            <p:ph/>
          </p:nvPr>
        </p:nvSpPr>
        <p:spPr>
          <a:xfrm>
            <a:off x="212220" y="1058579"/>
            <a:ext cx="8719560" cy="5025697"/>
          </a:xfrm>
          <a:prstGeom prst="rect">
            <a:avLst/>
          </a:prstGeom>
          <a:noFill/>
          <a:ln w="0">
            <a:noFill/>
          </a:ln>
        </p:spPr>
        <p:txBody>
          <a:bodyPr numCol="1" spcCol="0" anchor="t">
            <a:noAutofit/>
          </a:bodyPr>
          <a:lstStyle/>
          <a:p>
            <a:pPr>
              <a:lnSpc>
                <a:spcPct val="150000"/>
              </a:lnSpc>
            </a:pPr>
            <a:r>
              <a:rPr lang="en-US" sz="2400" dirty="0">
                <a:latin typeface="Times New Roman" panose="02020603050405020304" pitchFamily="18" charset="0"/>
                <a:cs typeface="Times New Roman" panose="02020603050405020304" pitchFamily="18" charset="0"/>
              </a:rPr>
              <a:t>Secure deployment of AI models is essential as they often handle sensitive data such as personal, financial or medical information. Traditional security methods protect data during storage and transmission but leave it vulnerable during processing.</a:t>
            </a:r>
          </a:p>
          <a:p>
            <a:pPr>
              <a:lnSpc>
                <a:spcPct val="150000"/>
              </a:lnSpc>
            </a:pPr>
            <a:r>
              <a:rPr lang="en-US" sz="2400" dirty="0">
                <a:latin typeface="Times New Roman" panose="02020603050405020304" pitchFamily="18" charset="0"/>
                <a:cs typeface="Times New Roman" panose="02020603050405020304" pitchFamily="18" charset="0"/>
              </a:rPr>
              <a:t>Confidential computing addresses this issue by using secure hardware environments called Trusted Execution Environments (TEEs), which keep data and AI models protected even while they are being processed. This ensures privacy, prevents unauthorized access, and safeguards valuable models.</a:t>
            </a:r>
          </a:p>
        </p:txBody>
      </p:sp>
      <p:sp>
        <p:nvSpPr>
          <p:cNvPr id="4" name="PlaceHolder 3"/>
          <p:cNvSpPr>
            <a:spLocks noGrp="1"/>
          </p:cNvSpPr>
          <p:nvPr>
            <p:ph type="sldNum" idx="2"/>
          </p:nvPr>
        </p:nvSpPr>
        <p:spPr/>
        <p:txBody>
          <a:bodyPr/>
          <a:lstStyle/>
          <a:p>
            <a:fld id="{E371BE9B-40DC-4942-8EB1-4AFDB853F74C}" type="slidenum">
              <a:rPr/>
              <a:pPr/>
              <a:t>3</a:t>
            </a:fld>
            <a:endParaRPr/>
          </a:p>
        </p:txBody>
      </p:sp>
      <p:sp>
        <p:nvSpPr>
          <p:cNvPr id="2" name="TextBox 1">
            <a:extLst>
              <a:ext uri="{FF2B5EF4-FFF2-40B4-BE49-F238E27FC236}">
                <a16:creationId xmlns:a16="http://schemas.microsoft.com/office/drawing/2014/main" id="{438E60CE-8158-940A-AB2F-A8246B1B1945}"/>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95149" y="1395663"/>
            <a:ext cx="6718434" cy="4225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p:nvPr>
        </p:nvSpPr>
        <p:spPr>
          <a:xfrm>
            <a:off x="238680" y="804600"/>
            <a:ext cx="8719560" cy="5292970"/>
          </a:xfrm>
        </p:spPr>
        <p:txBody>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addition, confidential computing helps organizations meet data protection regulations and maintain user trust. By ensuring that sensitive information is never exposed during computation, it reduces the risk of data leaks and misuse.</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approach enables secure and reliable AI deployment, allowing businesses to use advanced technologies while maintaining strong security and privacy standards.</a:t>
            </a:r>
          </a:p>
        </p:txBody>
      </p:sp>
      <p:sp>
        <p:nvSpPr>
          <p:cNvPr id="4" name="PlaceHolder 1"/>
          <p:cNvSpPr txBox="1">
            <a:spLocks/>
          </p:cNvSpPr>
          <p:nvPr/>
        </p:nvSpPr>
        <p:spPr>
          <a:xfrm>
            <a:off x="238680" y="185400"/>
            <a:ext cx="8719560" cy="619200"/>
          </a:xfrm>
          <a:prstGeom prst="rect">
            <a:avLst/>
          </a:prstGeom>
          <a:noFill/>
          <a:ln w="0">
            <a:noFill/>
          </a:ln>
        </p:spPr>
        <p:txBody>
          <a:bodyPr lIns="0" tIns="0" rIns="0" bIns="0" numCol="1" spcCol="0" anchor="t">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1" normalizeH="0" baseline="0" noProof="0">
                <a:ln>
                  <a:noFill/>
                </a:ln>
                <a:solidFill>
                  <a:srgbClr val="0000FF"/>
                </a:solidFill>
                <a:effectLst/>
                <a:uLnTx/>
                <a:uFillTx/>
                <a:latin typeface="Cambria" pitchFamily="18" charset="0"/>
                <a:ea typeface="Cambria" pitchFamily="18" charset="0"/>
                <a:cs typeface="+mj-cs"/>
              </a:rPr>
              <a:t>Introduction </a:t>
            </a:r>
            <a:endParaRPr kumimoji="0" lang="en-US" sz="4400" b="1" i="0" u="none" strike="noStrike" kern="1200" cap="none" spc="-1" normalizeH="0" baseline="0" noProof="0" dirty="0">
              <a:ln>
                <a:noFill/>
              </a:ln>
              <a:solidFill>
                <a:srgbClr val="0000FF"/>
              </a:solidFill>
              <a:effectLst/>
              <a:uLnTx/>
              <a:uFillTx/>
              <a:latin typeface="Cambria" pitchFamily="18" charset="0"/>
              <a:ea typeface="Cambria" pitchFamily="18" charset="0"/>
              <a:cs typeface="+mj-cs"/>
            </a:endParaRPr>
          </a:p>
        </p:txBody>
      </p:sp>
      <p:sp>
        <p:nvSpPr>
          <p:cNvPr id="6" name="TextBox 5">
            <a:extLst>
              <a:ext uri="{FF2B5EF4-FFF2-40B4-BE49-F238E27FC236}">
                <a16:creationId xmlns:a16="http://schemas.microsoft.com/office/drawing/2014/main" id="{438E60CE-8158-940A-AB2F-A8246B1B1945}"/>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
        <p:nvSpPr>
          <p:cNvPr id="7" name="PlaceHolder 3"/>
          <p:cNvSpPr>
            <a:spLocks noGrp="1"/>
          </p:cNvSpPr>
          <p:nvPr>
            <p:ph type="sldNum" idx="2"/>
          </p:nvPr>
        </p:nvSpPr>
        <p:spPr>
          <a:xfrm>
            <a:off x="6553080" y="6392520"/>
            <a:ext cx="1904760" cy="456840"/>
          </a:xfrm>
        </p:spPr>
        <p:txBody>
          <a:bodyPr/>
          <a:lstStyle/>
          <a:p>
            <a:fld id="{E371BE9B-40DC-4942-8EB1-4AFDB853F74C}" type="slidenum">
              <a:rPr/>
              <a:pPr/>
              <a:t>4</a:t>
            </a:fld>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0609ED-EBEB-382F-758B-EDC95C67C28B}"/>
              </a:ext>
            </a:extLst>
          </p:cNvPr>
          <p:cNvSpPr/>
          <p:nvPr/>
        </p:nvSpPr>
        <p:spPr>
          <a:xfrm>
            <a:off x="1336431" y="1354015"/>
            <a:ext cx="6198577" cy="40620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PlaceHolder 1"/>
          <p:cNvSpPr>
            <a:spLocks noGrp="1"/>
          </p:cNvSpPr>
          <p:nvPr>
            <p:ph type="title"/>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00FF"/>
                </a:solidFill>
                <a:latin typeface="Cambria" pitchFamily="18" charset="0"/>
                <a:ea typeface="Cambria" pitchFamily="18" charset="0"/>
              </a:rPr>
              <a:t>Objectives</a:t>
            </a:r>
          </a:p>
        </p:txBody>
      </p:sp>
      <p:sp>
        <p:nvSpPr>
          <p:cNvPr id="97" name="PlaceHolder 2"/>
          <p:cNvSpPr>
            <a:spLocks noGrp="1"/>
          </p:cNvSpPr>
          <p:nvPr>
            <p:ph/>
          </p:nvPr>
        </p:nvSpPr>
        <p:spPr>
          <a:xfrm>
            <a:off x="212220" y="1058580"/>
            <a:ext cx="8719560" cy="4740840"/>
          </a:xfrm>
          <a:prstGeom prst="rect">
            <a:avLst/>
          </a:prstGeom>
          <a:noFill/>
          <a:ln w="0">
            <a:noFill/>
          </a:ln>
        </p:spPr>
        <p:txBody>
          <a:bodyPr numCol="1" spcCol="0" anchor="t">
            <a:noAutofit/>
          </a:bodyPr>
          <a:lstStyle/>
          <a:p>
            <a:pPr marL="461963" indent="-461963" algn="just">
              <a:lnSpc>
                <a:spcPct val="200000"/>
              </a:lnSpc>
            </a:pPr>
            <a:r>
              <a:rPr lang="en-US" sz="2200" dirty="0">
                <a:latin typeface="Times New Roman" panose="02020603050405020304" pitchFamily="18" charset="0"/>
                <a:cs typeface="Times New Roman" panose="02020603050405020304" pitchFamily="18" charset="0"/>
              </a:rPr>
              <a:t>To ensure the protection of sensitive data during AI model execution using confidential computing techniques.</a:t>
            </a:r>
          </a:p>
          <a:p>
            <a:pPr marL="461963" indent="-461963" algn="just">
              <a:lnSpc>
                <a:spcPct val="200000"/>
              </a:lnSpc>
            </a:pPr>
            <a:r>
              <a:rPr lang="en-US" sz="2200" dirty="0">
                <a:latin typeface="Times New Roman" panose="02020603050405020304" pitchFamily="18" charset="0"/>
                <a:cs typeface="Times New Roman" panose="02020603050405020304" pitchFamily="18" charset="0"/>
              </a:rPr>
              <a:t>To safeguard AI models from unauthorized access, theft, and tampering.</a:t>
            </a:r>
          </a:p>
          <a:p>
            <a:pPr marL="461963" indent="-461963" algn="just">
              <a:lnSpc>
                <a:spcPct val="200000"/>
              </a:lnSpc>
            </a:pPr>
            <a:r>
              <a:rPr lang="en-US" sz="2200" dirty="0">
                <a:latin typeface="Times New Roman" panose="02020603050405020304" pitchFamily="18" charset="0"/>
                <a:cs typeface="Times New Roman" panose="02020603050405020304" pitchFamily="18" charset="0"/>
              </a:rPr>
              <a:t>To implement Trusted Execution Environments (TEEs) for secure processing of data and models.</a:t>
            </a:r>
          </a:p>
          <a:p>
            <a:pPr marL="461963" indent="-461963" algn="just">
              <a:lnSpc>
                <a:spcPct val="200000"/>
              </a:lnSpc>
            </a:pPr>
            <a:r>
              <a:rPr lang="en-US" sz="2200" dirty="0">
                <a:latin typeface="Times New Roman" panose="02020603050405020304" pitchFamily="18" charset="0"/>
                <a:cs typeface="Times New Roman" panose="02020603050405020304" pitchFamily="18" charset="0"/>
              </a:rPr>
              <a:t>To enhance privacy, trust, and compliance with data security regulations in AI systems.</a:t>
            </a:r>
            <a:endParaRPr lang="en-US" sz="2200" b="0" strike="noStrike" spc="-1" dirty="0">
              <a:solidFill>
                <a:srgbClr val="000000"/>
              </a:solidFill>
              <a:latin typeface="Times New Roman" panose="02020603050405020304" pitchFamily="18" charset="0"/>
              <a:ea typeface="Cambria" pitchFamily="18" charset="0"/>
              <a:cs typeface="Times New Roman" panose="02020603050405020304" pitchFamily="18" charset="0"/>
            </a:endParaRPr>
          </a:p>
        </p:txBody>
      </p:sp>
      <p:sp>
        <p:nvSpPr>
          <p:cNvPr id="4" name="PlaceHolder 3"/>
          <p:cNvSpPr>
            <a:spLocks noGrp="1"/>
          </p:cNvSpPr>
          <p:nvPr>
            <p:ph type="sldNum" idx="2"/>
          </p:nvPr>
        </p:nvSpPr>
        <p:spPr/>
        <p:txBody>
          <a:bodyPr/>
          <a:lstStyle/>
          <a:p>
            <a:fld id="{95D59C43-5726-42F6-AF1C-7DAFB1F6C08E}" type="slidenum">
              <a:rPr/>
              <a:pPr/>
              <a:t>5</a:t>
            </a:fld>
            <a:endParaRPr/>
          </a:p>
        </p:txBody>
      </p:sp>
      <p:sp>
        <p:nvSpPr>
          <p:cNvPr id="3" name="TextBox 2">
            <a:extLst>
              <a:ext uri="{FF2B5EF4-FFF2-40B4-BE49-F238E27FC236}">
                <a16:creationId xmlns:a16="http://schemas.microsoft.com/office/drawing/2014/main" id="{C8E5FE95-E06D-B5C3-3866-2595E17D700E}"/>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30F14-D448-FE83-49FB-EF855E804221}"/>
              </a:ext>
            </a:extLst>
          </p:cNvPr>
          <p:cNvSpPr/>
          <p:nvPr/>
        </p:nvSpPr>
        <p:spPr>
          <a:xfrm>
            <a:off x="1336431" y="1354015"/>
            <a:ext cx="6198577" cy="40620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8" name="PlaceHolder 1"/>
          <p:cNvSpPr>
            <a:spLocks noGrp="1"/>
          </p:cNvSpPr>
          <p:nvPr>
            <p:ph type="title"/>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a:solidFill>
                  <a:srgbClr val="0000FF"/>
                </a:solidFill>
                <a:latin typeface="Times New Roman"/>
                <a:ea typeface="Noto Sans CJK SC"/>
              </a:rPr>
              <a:t>Literature Review</a:t>
            </a:r>
          </a:p>
        </p:txBody>
      </p:sp>
      <p:graphicFrame>
        <p:nvGraphicFramePr>
          <p:cNvPr id="7" name="Content Placeholder 6"/>
          <p:cNvGraphicFramePr>
            <a:graphicFrameLocks noGrp="1"/>
          </p:cNvGraphicFramePr>
          <p:nvPr>
            <p:ph/>
            <p:extLst>
              <p:ext uri="{D42A27DB-BD31-4B8C-83A1-F6EECF244321}">
                <p14:modId xmlns:p14="http://schemas.microsoft.com/office/powerpoint/2010/main" val="268524946"/>
              </p:ext>
            </p:extLst>
          </p:nvPr>
        </p:nvGraphicFramePr>
        <p:xfrm>
          <a:off x="211930" y="1207459"/>
          <a:ext cx="8720139" cy="4296526"/>
        </p:xfrm>
        <a:graphic>
          <a:graphicData uri="http://schemas.openxmlformats.org/drawingml/2006/table">
            <a:tbl>
              <a:tblPr firstRow="1" bandRow="1">
                <a:solidFill>
                  <a:schemeClr val="bg1"/>
                </a:solidFill>
                <a:tableStyleId>{5C22544A-7EE6-4342-B048-85BDC9FD1C3A}</a:tableStyleId>
              </a:tblPr>
              <a:tblGrid>
                <a:gridCol w="2524326">
                  <a:extLst>
                    <a:ext uri="{9D8B030D-6E8A-4147-A177-3AD203B41FA5}">
                      <a16:colId xmlns:a16="http://schemas.microsoft.com/office/drawing/2014/main" val="20000"/>
                    </a:ext>
                  </a:extLst>
                </a:gridCol>
                <a:gridCol w="1982804">
                  <a:extLst>
                    <a:ext uri="{9D8B030D-6E8A-4147-A177-3AD203B41FA5}">
                      <a16:colId xmlns:a16="http://schemas.microsoft.com/office/drawing/2014/main" val="20001"/>
                    </a:ext>
                  </a:extLst>
                </a:gridCol>
                <a:gridCol w="4213009">
                  <a:extLst>
                    <a:ext uri="{9D8B030D-6E8A-4147-A177-3AD203B41FA5}">
                      <a16:colId xmlns:a16="http://schemas.microsoft.com/office/drawing/2014/main" val="20002"/>
                    </a:ext>
                  </a:extLst>
                </a:gridCol>
              </a:tblGrid>
              <a:tr h="547486">
                <a:tc>
                  <a:txBody>
                    <a:bodyPr/>
                    <a:lstStyle/>
                    <a:p>
                      <a:pPr algn="ctr">
                        <a:lnSpc>
                          <a:spcPct val="100000"/>
                        </a:lnSpc>
                      </a:pPr>
                      <a:r>
                        <a:rPr lang="en-US" dirty="0">
                          <a:solidFill>
                            <a:schemeClr val="tx1"/>
                          </a:solidFill>
                          <a:latin typeface="Times New Roman" panose="02020603050405020304" pitchFamily="18" charset="0"/>
                          <a:ea typeface="Cambria"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dirty="0">
                          <a:solidFill>
                            <a:schemeClr val="tx1"/>
                          </a:solidFill>
                          <a:latin typeface="Times New Roman" panose="02020603050405020304" pitchFamily="18" charset="0"/>
                          <a:ea typeface="Cambria"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dirty="0">
                          <a:solidFill>
                            <a:schemeClr val="tx1"/>
                          </a:solidFill>
                          <a:latin typeface="Times New Roman" panose="02020603050405020304" pitchFamily="18" charset="0"/>
                          <a:ea typeface="Cambria" pitchFamily="18" charset="0"/>
                          <a:cs typeface="Times New Roman" panose="02020603050405020304" pitchFamily="18" charset="0"/>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217308">
                <a:tc>
                  <a:txBody>
                    <a:bodyPr/>
                    <a:lstStyle/>
                    <a:p>
                      <a:pPr algn="ctr">
                        <a:lnSpc>
                          <a:spcPct val="100000"/>
                        </a:lnSpc>
                      </a:pPr>
                      <a:r>
                        <a:rPr lang="en-US" dirty="0">
                          <a:latin typeface="Times New Roman" panose="02020603050405020304" pitchFamily="18" charset="0"/>
                          <a:cs typeface="Times New Roman" panose="02020603050405020304" pitchFamily="18" charset="0"/>
                        </a:rPr>
                        <a:t>Secure AI Inference in the Cloud: Enabling Confidential Computing with Trusted Execution[1].</a:t>
                      </a:r>
                      <a:endParaRPr lang="en-US" dirty="0">
                        <a:solidFill>
                          <a:schemeClr val="tx1"/>
                        </a:solidFill>
                        <a:latin typeface="Times New Roman" panose="02020603050405020304" pitchFamily="18" charset="0"/>
                        <a:ea typeface="Cambria"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IN" dirty="0">
                          <a:latin typeface="Times New Roman" panose="02020603050405020304" pitchFamily="18" charset="0"/>
                          <a:cs typeface="Times New Roman" panose="02020603050405020304" pitchFamily="18" charset="0"/>
                        </a:rPr>
                        <a:t>Pawan Negi </a:t>
                      </a:r>
                      <a:r>
                        <a:rPr lang="en-IN" dirty="0" err="1">
                          <a:latin typeface="Times New Roman" panose="02020603050405020304" pitchFamily="18" charset="0"/>
                          <a:cs typeface="Times New Roman" panose="02020603050405020304" pitchFamily="18" charset="0"/>
                        </a:rPr>
                        <a:t>Uttari</a:t>
                      </a:r>
                      <a:r>
                        <a:rPr lang="en-IN" dirty="0">
                          <a:latin typeface="Times New Roman" panose="02020603050405020304" pitchFamily="18" charset="0"/>
                          <a:cs typeface="Times New Roman" panose="02020603050405020304" pitchFamily="18" charset="0"/>
                        </a:rPr>
                        <a:t> et al </a:t>
                      </a:r>
                      <a:r>
                        <a:rPr lang="en-US" dirty="0">
                          <a:latin typeface="Times New Roman" panose="02020603050405020304" pitchFamily="18" charset="0"/>
                          <a:ea typeface="Cambria" pitchFamily="18" charset="0"/>
                          <a:cs typeface="Times New Roman" panose="02020603050405020304" pitchFamily="18" charset="0"/>
                        </a:rPr>
                        <a:t>[2025]</a:t>
                      </a:r>
                      <a:endParaRPr lang="en-US" dirty="0">
                        <a:solidFill>
                          <a:schemeClr val="tx1"/>
                        </a:solidFill>
                        <a:latin typeface="Times New Roman" panose="02020603050405020304" pitchFamily="18" charset="0"/>
                        <a:ea typeface="Cambria"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00000"/>
                        </a:lnSpc>
                      </a:pPr>
                      <a:r>
                        <a:rPr lang="en-US" dirty="0">
                          <a:latin typeface="Times New Roman" panose="02020603050405020304" pitchFamily="18" charset="0"/>
                          <a:cs typeface="Times New Roman" panose="02020603050405020304" pitchFamily="18" charset="0"/>
                        </a:rPr>
                        <a:t>This paper explains how confidential computing can secure AI models in the cloud using Trusted Execution Environments (TEEs). It protects data and models during processing, ensuring privacy and safe AI deployment.</a:t>
                      </a:r>
                      <a:endParaRPr lang="en-US" dirty="0">
                        <a:solidFill>
                          <a:schemeClr val="tx1"/>
                        </a:solidFill>
                        <a:latin typeface="Times New Roman" panose="02020603050405020304" pitchFamily="18" charset="0"/>
                        <a:ea typeface="Cambria"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217308">
                <a:tc>
                  <a:txBody>
                    <a:bodyPr/>
                    <a:lstStyle/>
                    <a:p>
                      <a:pPr algn="ctr">
                        <a:lnSpc>
                          <a:spcPct val="100000"/>
                        </a:lnSpc>
                      </a:pPr>
                      <a:r>
                        <a:rPr lang="en-US" dirty="0">
                          <a:latin typeface="Times New Roman" panose="02020603050405020304" pitchFamily="18" charset="0"/>
                          <a:cs typeface="Times New Roman" panose="02020603050405020304" pitchFamily="18" charset="0"/>
                        </a:rPr>
                        <a:t>Confidential Computing for Cloud Security: Exploring Hardware-Based Encryption </a:t>
                      </a:r>
                      <a:r>
                        <a:rPr lang="en-US">
                          <a:latin typeface="Times New Roman" panose="02020603050405020304" pitchFamily="18" charset="0"/>
                          <a:cs typeface="Times New Roman" panose="02020603050405020304" pitchFamily="18" charset="0"/>
                        </a:rPr>
                        <a:t>Using TEEs[2]</a:t>
                      </a:r>
                      <a:r>
                        <a:rPr lang="en-US">
                          <a:latin typeface="Times New Roman" panose="02020603050405020304" pitchFamily="18" charset="0"/>
                          <a:ea typeface="Cambria" pitchFamily="18" charset="0"/>
                          <a:cs typeface="Times New Roman" panose="02020603050405020304" pitchFamily="18" charset="0"/>
                        </a:rPr>
                        <a:t>.</a:t>
                      </a:r>
                      <a:endParaRPr lang="en-US" dirty="0">
                        <a:solidFill>
                          <a:schemeClr val="tx1"/>
                        </a:solidFill>
                        <a:latin typeface="Times New Roman" panose="02020603050405020304" pitchFamily="18" charset="0"/>
                        <a:ea typeface="Cambria"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IN" dirty="0">
                          <a:latin typeface="Times New Roman" panose="02020603050405020304" pitchFamily="18" charset="0"/>
                          <a:cs typeface="Times New Roman" panose="02020603050405020304" pitchFamily="18" charset="0"/>
                        </a:rPr>
                        <a:t>Dhruv Deepak Agarwal </a:t>
                      </a:r>
                      <a:r>
                        <a:rPr lang="en-US" dirty="0">
                          <a:latin typeface="Times New Roman" panose="02020603050405020304" pitchFamily="18" charset="0"/>
                          <a:ea typeface="Cambria" pitchFamily="18" charset="0"/>
                          <a:cs typeface="Times New Roman" panose="02020603050405020304" pitchFamily="18" charset="0"/>
                        </a:rPr>
                        <a:t>et al [2024]</a:t>
                      </a:r>
                      <a:endParaRPr lang="en-US" dirty="0">
                        <a:solidFill>
                          <a:schemeClr val="tx1"/>
                        </a:solidFill>
                        <a:latin typeface="Times New Roman" panose="02020603050405020304" pitchFamily="18" charset="0"/>
                        <a:ea typeface="Cambria"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latin typeface="Times New Roman" panose="02020603050405020304" pitchFamily="18" charset="0"/>
                          <a:cs typeface="Times New Roman" panose="02020603050405020304" pitchFamily="18" charset="0"/>
                        </a:rPr>
                        <a:t>This paper focuses on using Trusted Execution Environments (TEEs) like Intel SGX and ARM </a:t>
                      </a:r>
                      <a:r>
                        <a:rPr lang="en-US" dirty="0" err="1">
                          <a:latin typeface="Times New Roman" panose="02020603050405020304" pitchFamily="18" charset="0"/>
                          <a:cs typeface="Times New Roman" panose="02020603050405020304" pitchFamily="18" charset="0"/>
                        </a:rPr>
                        <a:t>TrustZone</a:t>
                      </a:r>
                      <a:r>
                        <a:rPr lang="en-US" dirty="0">
                          <a:latin typeface="Times New Roman" panose="02020603050405020304" pitchFamily="18" charset="0"/>
                          <a:cs typeface="Times New Roman" panose="02020603050405020304" pitchFamily="18" charset="0"/>
                        </a:rPr>
                        <a:t> to secure cloud data. It explains how data can be protected during processing in cloud systems. It also discusses the challenges and benefits of implementing confidential computing.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4" name="PlaceHolder 3"/>
          <p:cNvSpPr>
            <a:spLocks noGrp="1"/>
          </p:cNvSpPr>
          <p:nvPr>
            <p:ph type="sldNum" idx="2"/>
          </p:nvPr>
        </p:nvSpPr>
        <p:spPr/>
        <p:txBody>
          <a:bodyPr/>
          <a:lstStyle/>
          <a:p>
            <a:fld id="{9DEEF69E-2240-4C99-8E54-1C927AD690E6}" type="slidenum">
              <a:rPr/>
              <a:pPr/>
              <a:t>6</a:t>
            </a:fld>
            <a:endParaRPr/>
          </a:p>
        </p:txBody>
      </p:sp>
      <p:sp>
        <p:nvSpPr>
          <p:cNvPr id="3" name="TextBox 2">
            <a:extLst>
              <a:ext uri="{FF2B5EF4-FFF2-40B4-BE49-F238E27FC236}">
                <a16:creationId xmlns:a16="http://schemas.microsoft.com/office/drawing/2014/main" id="{A7DD4A12-847E-6416-84A2-4695488810F4}"/>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30F14-D448-FE83-49FB-EF855E804221}"/>
              </a:ext>
            </a:extLst>
          </p:cNvPr>
          <p:cNvSpPr/>
          <p:nvPr/>
        </p:nvSpPr>
        <p:spPr>
          <a:xfrm>
            <a:off x="1336431" y="1354015"/>
            <a:ext cx="6198577" cy="40620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8" name="PlaceHolder 1"/>
          <p:cNvSpPr>
            <a:spLocks noGrp="1"/>
          </p:cNvSpPr>
          <p:nvPr>
            <p:ph type="title"/>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a:solidFill>
                  <a:srgbClr val="0000FF"/>
                </a:solidFill>
                <a:latin typeface="Times New Roman"/>
                <a:ea typeface="Noto Sans CJK SC"/>
              </a:rPr>
              <a:t>Literature Review</a:t>
            </a:r>
          </a:p>
        </p:txBody>
      </p:sp>
      <p:graphicFrame>
        <p:nvGraphicFramePr>
          <p:cNvPr id="7" name="Content Placeholder 6"/>
          <p:cNvGraphicFramePr>
            <a:graphicFrameLocks noGrp="1"/>
          </p:cNvGraphicFramePr>
          <p:nvPr>
            <p:ph/>
            <p:extLst>
              <p:ext uri="{D42A27DB-BD31-4B8C-83A1-F6EECF244321}">
                <p14:modId xmlns:p14="http://schemas.microsoft.com/office/powerpoint/2010/main" val="1143015651"/>
              </p:ext>
            </p:extLst>
          </p:nvPr>
        </p:nvGraphicFramePr>
        <p:xfrm>
          <a:off x="211930" y="1215448"/>
          <a:ext cx="8720139" cy="3058530"/>
        </p:xfrm>
        <a:graphic>
          <a:graphicData uri="http://schemas.openxmlformats.org/drawingml/2006/table">
            <a:tbl>
              <a:tblPr firstRow="1" bandRow="1">
                <a:solidFill>
                  <a:schemeClr val="bg1"/>
                </a:solidFill>
                <a:tableStyleId>{5C22544A-7EE6-4342-B048-85BDC9FD1C3A}</a:tableStyleId>
              </a:tblPr>
              <a:tblGrid>
                <a:gridCol w="2524326">
                  <a:extLst>
                    <a:ext uri="{9D8B030D-6E8A-4147-A177-3AD203B41FA5}">
                      <a16:colId xmlns:a16="http://schemas.microsoft.com/office/drawing/2014/main" val="20000"/>
                    </a:ext>
                  </a:extLst>
                </a:gridCol>
                <a:gridCol w="1982804">
                  <a:extLst>
                    <a:ext uri="{9D8B030D-6E8A-4147-A177-3AD203B41FA5}">
                      <a16:colId xmlns:a16="http://schemas.microsoft.com/office/drawing/2014/main" val="20001"/>
                    </a:ext>
                  </a:extLst>
                </a:gridCol>
                <a:gridCol w="4213009">
                  <a:extLst>
                    <a:ext uri="{9D8B030D-6E8A-4147-A177-3AD203B41FA5}">
                      <a16:colId xmlns:a16="http://schemas.microsoft.com/office/drawing/2014/main" val="20002"/>
                    </a:ext>
                  </a:extLst>
                </a:gridCol>
              </a:tblGrid>
              <a:tr h="547486">
                <a:tc>
                  <a:txBody>
                    <a:bodyPr/>
                    <a:lstStyle/>
                    <a:p>
                      <a:pPr algn="ctr">
                        <a:lnSpc>
                          <a:spcPct val="150000"/>
                        </a:lnSpc>
                      </a:pPr>
                      <a:r>
                        <a:rPr lang="en-US" dirty="0">
                          <a:solidFill>
                            <a:schemeClr val="tx1"/>
                          </a:solidFill>
                          <a:latin typeface="Times New Roman" panose="02020603050405020304" pitchFamily="18" charset="0"/>
                          <a:ea typeface="Cambria"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pPr>
                      <a:r>
                        <a:rPr lang="en-US" dirty="0">
                          <a:solidFill>
                            <a:schemeClr val="tx1"/>
                          </a:solidFill>
                          <a:latin typeface="Times New Roman" panose="02020603050405020304" pitchFamily="18" charset="0"/>
                          <a:ea typeface="Cambria"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pPr>
                      <a:r>
                        <a:rPr lang="en-US" dirty="0">
                          <a:solidFill>
                            <a:schemeClr val="tx1"/>
                          </a:solidFill>
                          <a:latin typeface="Times New Roman" panose="02020603050405020304" pitchFamily="18" charset="0"/>
                          <a:ea typeface="Cambria" pitchFamily="18" charset="0"/>
                          <a:cs typeface="Times New Roman" panose="02020603050405020304" pitchFamily="18" charset="0"/>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217308">
                <a:tc>
                  <a:txBody>
                    <a:bodyPr/>
                    <a:lstStyle/>
                    <a:p>
                      <a:pPr algn="ctr">
                        <a:lnSpc>
                          <a:spcPct val="150000"/>
                        </a:lnSpc>
                      </a:pPr>
                      <a:r>
                        <a:rPr lang="en-US" dirty="0">
                          <a:latin typeface="Times New Roman" panose="02020603050405020304" pitchFamily="18" charset="0"/>
                          <a:cs typeface="Times New Roman" panose="02020603050405020304" pitchFamily="18" charset="0"/>
                        </a:rPr>
                        <a:t>Confidential Computing and Related Technologies: A Critical Review.</a:t>
                      </a:r>
                      <a:endParaRPr lang="en-US" dirty="0">
                        <a:solidFill>
                          <a:schemeClr val="tx1"/>
                        </a:solidFill>
                        <a:latin typeface="Times New Roman" panose="02020603050405020304" pitchFamily="18" charset="0"/>
                        <a:ea typeface="Cambria"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pPr>
                      <a:r>
                        <a:rPr lang="en-IN" dirty="0">
                          <a:latin typeface="Times New Roman" panose="02020603050405020304" pitchFamily="18" charset="0"/>
                          <a:cs typeface="Times New Roman" panose="02020603050405020304" pitchFamily="18" charset="0"/>
                        </a:rPr>
                        <a:t>Muhammad Usama Sardar </a:t>
                      </a:r>
                      <a:r>
                        <a:rPr lang="en-US" dirty="0">
                          <a:latin typeface="Times New Roman" panose="02020603050405020304" pitchFamily="18" charset="0"/>
                          <a:ea typeface="Cambria" pitchFamily="18" charset="0"/>
                          <a:cs typeface="Times New Roman" panose="02020603050405020304" pitchFamily="18" charset="0"/>
                        </a:rPr>
                        <a:t>et al [3]</a:t>
                      </a:r>
                      <a:endParaRPr lang="en-US" dirty="0">
                        <a:solidFill>
                          <a:schemeClr val="tx1"/>
                        </a:solidFill>
                        <a:latin typeface="Times New Roman" panose="02020603050405020304" pitchFamily="18" charset="0"/>
                        <a:ea typeface="Cambria"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50000"/>
                        </a:lnSpc>
                      </a:pPr>
                      <a:r>
                        <a:rPr lang="en-US" dirty="0">
                          <a:latin typeface="Times New Roman" panose="02020603050405020304" pitchFamily="18" charset="0"/>
                          <a:cs typeface="Times New Roman" panose="02020603050405020304" pitchFamily="18" charset="0"/>
                        </a:rPr>
                        <a:t>This paper reviews the concept of confidential computing and compares it with related technologies like TEE, TPM, and homomorphic encryption. It highlights the need for clear definitions and proper evaluation of security in these systems.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
        <p:nvSpPr>
          <p:cNvPr id="4" name="PlaceHolder 3"/>
          <p:cNvSpPr>
            <a:spLocks noGrp="1"/>
          </p:cNvSpPr>
          <p:nvPr>
            <p:ph type="sldNum" idx="2"/>
          </p:nvPr>
        </p:nvSpPr>
        <p:spPr/>
        <p:txBody>
          <a:bodyPr/>
          <a:lstStyle/>
          <a:p>
            <a:fld id="{9DEEF69E-2240-4C99-8E54-1C927AD690E6}" type="slidenum">
              <a:rPr/>
              <a:pPr/>
              <a:t>7</a:t>
            </a:fld>
            <a:endParaRPr/>
          </a:p>
        </p:txBody>
      </p:sp>
      <p:sp>
        <p:nvSpPr>
          <p:cNvPr id="3" name="TextBox 2">
            <a:extLst>
              <a:ext uri="{FF2B5EF4-FFF2-40B4-BE49-F238E27FC236}">
                <a16:creationId xmlns:a16="http://schemas.microsoft.com/office/drawing/2014/main" id="{A7DD4A12-847E-6416-84A2-4695488810F4}"/>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17028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0466FA-5E23-68B0-D21A-9D7469E859A4}"/>
              </a:ext>
            </a:extLst>
          </p:cNvPr>
          <p:cNvSpPr/>
          <p:nvPr/>
        </p:nvSpPr>
        <p:spPr>
          <a:xfrm>
            <a:off x="1336431" y="1354015"/>
            <a:ext cx="6198577" cy="40620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2"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00FF"/>
                </a:solidFill>
                <a:latin typeface="Times New Roman"/>
                <a:ea typeface="Noto Sans CJK SC"/>
              </a:rPr>
              <a:t>Applications</a:t>
            </a:r>
          </a:p>
        </p:txBody>
      </p:sp>
      <p:sp>
        <p:nvSpPr>
          <p:cNvPr id="103" name="PlaceHolder 2"/>
          <p:cNvSpPr>
            <a:spLocks noGrp="1"/>
          </p:cNvSpPr>
          <p:nvPr>
            <p:ph idx="4294967295"/>
          </p:nvPr>
        </p:nvSpPr>
        <p:spPr>
          <a:xfrm>
            <a:off x="212220" y="1058580"/>
            <a:ext cx="8719560" cy="4740840"/>
          </a:xfrm>
          <a:prstGeom prst="rect">
            <a:avLst/>
          </a:prstGeom>
          <a:noFill/>
          <a:ln w="0">
            <a:noFill/>
          </a:ln>
        </p:spPr>
        <p:txBody>
          <a:bodyPr numCol="1" spcCol="0" anchor="t">
            <a:noAutofit/>
          </a:bodyPr>
          <a:lstStyle/>
          <a:p>
            <a:pPr algn="just">
              <a:lnSpc>
                <a:spcPct val="150000"/>
              </a:lnSpc>
            </a:pPr>
            <a:r>
              <a:rPr lang="en-US" sz="2400" dirty="0">
                <a:latin typeface="Times New Roman" panose="02020603050405020304" pitchFamily="18" charset="0"/>
                <a:cs typeface="Times New Roman" panose="02020603050405020304" pitchFamily="18" charset="0"/>
              </a:rPr>
              <a:t>Healthcare Application of Confidential Computing</a:t>
            </a:r>
            <a:endParaRPr lang="en-US" sz="2200" b="1" dirty="0">
              <a:latin typeface="Times New Roman" panose="02020603050405020304" pitchFamily="18" charset="0"/>
              <a:ea typeface="Cambria" pitchFamily="18" charset="0"/>
              <a:cs typeface="Times New Roman" panose="02020603050405020304" pitchFamily="18" charset="0"/>
            </a:endParaRPr>
          </a:p>
        </p:txBody>
      </p:sp>
      <p:sp>
        <p:nvSpPr>
          <p:cNvPr id="4" name="PlaceHolder 3"/>
          <p:cNvSpPr>
            <a:spLocks noGrp="1"/>
          </p:cNvSpPr>
          <p:nvPr>
            <p:ph type="sldNum" idx="2"/>
          </p:nvPr>
        </p:nvSpPr>
        <p:spPr/>
        <p:txBody>
          <a:bodyPr/>
          <a:lstStyle/>
          <a:p>
            <a:fld id="{AD9F0162-6CFE-41A6-89AB-878B338E914D}" type="slidenum">
              <a:rPr/>
              <a:pPr/>
              <a:t>8</a:t>
            </a:fld>
            <a:endParaRPr/>
          </a:p>
        </p:txBody>
      </p:sp>
      <p:sp>
        <p:nvSpPr>
          <p:cNvPr id="3" name="TextBox 2">
            <a:extLst>
              <a:ext uri="{FF2B5EF4-FFF2-40B4-BE49-F238E27FC236}">
                <a16:creationId xmlns:a16="http://schemas.microsoft.com/office/drawing/2014/main" id="{51B4384B-4C14-745F-838F-5115EC5E836E}"/>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993116" y="5794408"/>
            <a:ext cx="7157793" cy="369332"/>
          </a:xfrm>
          <a:prstGeom prst="rect">
            <a:avLst/>
          </a:prstGeom>
          <a:noFill/>
        </p:spPr>
        <p:txBody>
          <a:bodyPr wrap="none" rtlCol="0" anchor="ctr">
            <a:spAutoFit/>
          </a:bodyPr>
          <a:lstStyle/>
          <a:p>
            <a:pPr algn="just"/>
            <a:r>
              <a:rPr lang="en-US" dirty="0">
                <a:latin typeface="Cambria" pitchFamily="18" charset="0"/>
                <a:ea typeface="Cambria" pitchFamily="18" charset="0"/>
              </a:rPr>
              <a:t>Fig(1): </a:t>
            </a:r>
            <a:r>
              <a:rPr lang="en-US" dirty="0"/>
              <a:t>Secure Healthcare Application Using Confidential Computing</a:t>
            </a:r>
            <a:r>
              <a:rPr lang="en-US" dirty="0">
                <a:latin typeface="Cambria" pitchFamily="18" charset="0"/>
                <a:ea typeface="Cambria" pitchFamily="18" charset="0"/>
              </a:rPr>
              <a:t>.</a:t>
            </a:r>
          </a:p>
        </p:txBody>
      </p:sp>
      <p:pic>
        <p:nvPicPr>
          <p:cNvPr id="6" name="Picture 5">
            <a:extLst>
              <a:ext uri="{FF2B5EF4-FFF2-40B4-BE49-F238E27FC236}">
                <a16:creationId xmlns:a16="http://schemas.microsoft.com/office/drawing/2014/main" id="{0BEC336A-B9E4-5675-1A9E-293A0C0572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9989" y="1662024"/>
            <a:ext cx="6198577" cy="413238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0466FA-5E23-68B0-D21A-9D7469E859A4}"/>
              </a:ext>
            </a:extLst>
          </p:cNvPr>
          <p:cNvSpPr/>
          <p:nvPr/>
        </p:nvSpPr>
        <p:spPr>
          <a:xfrm>
            <a:off x="1336431" y="1354015"/>
            <a:ext cx="6198577" cy="40620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2"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00FF"/>
                </a:solidFill>
                <a:latin typeface="Times New Roman"/>
                <a:ea typeface="Noto Sans CJK SC"/>
              </a:rPr>
              <a:t>Applications</a:t>
            </a:r>
          </a:p>
        </p:txBody>
      </p:sp>
      <p:sp>
        <p:nvSpPr>
          <p:cNvPr id="103" name="PlaceHolder 2"/>
          <p:cNvSpPr>
            <a:spLocks noGrp="1"/>
          </p:cNvSpPr>
          <p:nvPr>
            <p:ph idx="4294967295"/>
          </p:nvPr>
        </p:nvSpPr>
        <p:spPr>
          <a:xfrm>
            <a:off x="212220" y="1058580"/>
            <a:ext cx="8719560" cy="4740840"/>
          </a:xfrm>
          <a:prstGeom prst="rect">
            <a:avLst/>
          </a:prstGeom>
          <a:noFill/>
          <a:ln w="0">
            <a:noFill/>
          </a:ln>
        </p:spPr>
        <p:txBody>
          <a:bodyPr numCol="1" spcCol="0" anchor="t">
            <a:noAutofit/>
          </a:bodyPr>
          <a:lstStyle/>
          <a:p>
            <a:pPr algn="just">
              <a:lnSpc>
                <a:spcPct val="150000"/>
              </a:lnSpc>
            </a:pPr>
            <a:r>
              <a:rPr lang="en-US" sz="2400" dirty="0">
                <a:latin typeface="Times New Roman" panose="02020603050405020304" pitchFamily="18" charset="0"/>
                <a:cs typeface="Times New Roman" panose="02020603050405020304" pitchFamily="18" charset="0"/>
              </a:rPr>
              <a:t>Financial Services Application of Confidential Computing</a:t>
            </a:r>
            <a:endParaRPr lang="en-US" sz="2200" b="1" dirty="0">
              <a:latin typeface="Times New Roman" panose="02020603050405020304" pitchFamily="18" charset="0"/>
              <a:ea typeface="Cambria" pitchFamily="18" charset="0"/>
              <a:cs typeface="Times New Roman" panose="02020603050405020304" pitchFamily="18" charset="0"/>
            </a:endParaRPr>
          </a:p>
        </p:txBody>
      </p:sp>
      <p:sp>
        <p:nvSpPr>
          <p:cNvPr id="4" name="PlaceHolder 3"/>
          <p:cNvSpPr>
            <a:spLocks noGrp="1"/>
          </p:cNvSpPr>
          <p:nvPr>
            <p:ph type="sldNum" idx="2"/>
          </p:nvPr>
        </p:nvSpPr>
        <p:spPr/>
        <p:txBody>
          <a:bodyPr/>
          <a:lstStyle/>
          <a:p>
            <a:fld id="{AD9F0162-6CFE-41A6-89AB-878B338E914D}" type="slidenum">
              <a:rPr/>
              <a:pPr/>
              <a:t>9</a:t>
            </a:fld>
            <a:endParaRPr/>
          </a:p>
        </p:txBody>
      </p:sp>
      <p:sp>
        <p:nvSpPr>
          <p:cNvPr id="3" name="TextBox 2">
            <a:extLst>
              <a:ext uri="{FF2B5EF4-FFF2-40B4-BE49-F238E27FC236}">
                <a16:creationId xmlns:a16="http://schemas.microsoft.com/office/drawing/2014/main" id="{51B4384B-4C14-745F-838F-5115EC5E836E}"/>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678143" y="5800702"/>
            <a:ext cx="6686446" cy="646331"/>
          </a:xfrm>
          <a:prstGeom prst="rect">
            <a:avLst/>
          </a:prstGeom>
          <a:noFill/>
        </p:spPr>
        <p:txBody>
          <a:bodyPr wrap="none" rtlCol="0" anchor="ctr">
            <a:spAutoFit/>
          </a:bodyPr>
          <a:lstStyle/>
          <a:p>
            <a:pPr algn="just"/>
            <a:r>
              <a:rPr lang="en-US" dirty="0">
                <a:latin typeface="Cambria" pitchFamily="18" charset="0"/>
                <a:ea typeface="Cambria" pitchFamily="18" charset="0"/>
              </a:rPr>
              <a:t>Fig(2): </a:t>
            </a:r>
            <a:r>
              <a:rPr lang="en-US" dirty="0"/>
              <a:t>Secure Financial Services Using Confidential Computing</a:t>
            </a:r>
          </a:p>
          <a:p>
            <a:pPr algn="just"/>
            <a:endParaRPr lang="en-US" dirty="0">
              <a:latin typeface="Cambria" pitchFamily="18" charset="0"/>
              <a:ea typeface="Cambria" pitchFamily="18" charset="0"/>
            </a:endParaRPr>
          </a:p>
        </p:txBody>
      </p:sp>
      <p:pic>
        <p:nvPicPr>
          <p:cNvPr id="6" name="Picture 5">
            <a:extLst>
              <a:ext uri="{FF2B5EF4-FFF2-40B4-BE49-F238E27FC236}">
                <a16:creationId xmlns:a16="http://schemas.microsoft.com/office/drawing/2014/main" id="{66B9C663-C812-1A2E-964C-4E7D7DAA5F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4480" y="1597715"/>
            <a:ext cx="6295040" cy="4196693"/>
          </a:xfrm>
          <a:prstGeom prst="rect">
            <a:avLst/>
          </a:prstGeom>
        </p:spPr>
      </p:pic>
    </p:spTree>
    <p:extLst>
      <p:ext uri="{BB962C8B-B14F-4D97-AF65-F5344CB8AC3E}">
        <p14:creationId xmlns:p14="http://schemas.microsoft.com/office/powerpoint/2010/main" val="1923566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B0466FA-5E23-68B0-D21A-9D7469E859A4}"/>
              </a:ext>
            </a:extLst>
          </p:cNvPr>
          <p:cNvSpPr/>
          <p:nvPr/>
        </p:nvSpPr>
        <p:spPr>
          <a:xfrm>
            <a:off x="1336431" y="1354015"/>
            <a:ext cx="6198577" cy="40620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2"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00FF"/>
                </a:solidFill>
                <a:latin typeface="Times New Roman"/>
                <a:ea typeface="Noto Sans CJK SC"/>
              </a:rPr>
              <a:t>Applications</a:t>
            </a:r>
          </a:p>
        </p:txBody>
      </p:sp>
      <p:sp>
        <p:nvSpPr>
          <p:cNvPr id="103" name="PlaceHolder 2"/>
          <p:cNvSpPr>
            <a:spLocks noGrp="1"/>
          </p:cNvSpPr>
          <p:nvPr>
            <p:ph idx="4294967295"/>
          </p:nvPr>
        </p:nvSpPr>
        <p:spPr>
          <a:xfrm>
            <a:off x="212220" y="1058580"/>
            <a:ext cx="8719560" cy="4740840"/>
          </a:xfrm>
          <a:prstGeom prst="rect">
            <a:avLst/>
          </a:prstGeom>
          <a:noFill/>
          <a:ln w="0">
            <a:noFill/>
          </a:ln>
        </p:spPr>
        <p:txBody>
          <a:bodyPr numCol="1" spcCol="0" anchor="t">
            <a:noAutofit/>
          </a:bodyPr>
          <a:lstStyle/>
          <a:p>
            <a:pPr algn="just">
              <a:lnSpc>
                <a:spcPct val="150000"/>
              </a:lnSpc>
            </a:pPr>
            <a:r>
              <a:rPr lang="en-US" sz="2400" dirty="0">
                <a:latin typeface="Times New Roman" panose="02020603050405020304" pitchFamily="18" charset="0"/>
                <a:cs typeface="Times New Roman" panose="02020603050405020304" pitchFamily="18" charset="0"/>
              </a:rPr>
              <a:t>Cloud-Based AI Services Using Confidential Computing</a:t>
            </a:r>
            <a:endParaRPr lang="en-US" sz="2200" b="1" dirty="0">
              <a:latin typeface="Times New Roman" panose="02020603050405020304" pitchFamily="18" charset="0"/>
              <a:ea typeface="Cambria" pitchFamily="18" charset="0"/>
              <a:cs typeface="Times New Roman" panose="02020603050405020304" pitchFamily="18" charset="0"/>
            </a:endParaRPr>
          </a:p>
        </p:txBody>
      </p:sp>
      <p:sp>
        <p:nvSpPr>
          <p:cNvPr id="4" name="PlaceHolder 3"/>
          <p:cNvSpPr>
            <a:spLocks noGrp="1"/>
          </p:cNvSpPr>
          <p:nvPr>
            <p:ph type="sldNum" idx="2"/>
          </p:nvPr>
        </p:nvSpPr>
        <p:spPr/>
        <p:txBody>
          <a:bodyPr/>
          <a:lstStyle/>
          <a:p>
            <a:fld id="{AD9F0162-6CFE-41A6-89AB-878B338E914D}" type="slidenum">
              <a:rPr/>
              <a:pPr/>
              <a:t>10</a:t>
            </a:fld>
            <a:endParaRPr/>
          </a:p>
        </p:txBody>
      </p:sp>
      <p:sp>
        <p:nvSpPr>
          <p:cNvPr id="3" name="TextBox 2">
            <a:extLst>
              <a:ext uri="{FF2B5EF4-FFF2-40B4-BE49-F238E27FC236}">
                <a16:creationId xmlns:a16="http://schemas.microsoft.com/office/drawing/2014/main" id="{51B4384B-4C14-745F-838F-5115EC5E836E}"/>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864876" y="5794408"/>
            <a:ext cx="7414274" cy="369332"/>
          </a:xfrm>
          <a:prstGeom prst="rect">
            <a:avLst/>
          </a:prstGeom>
          <a:noFill/>
        </p:spPr>
        <p:txBody>
          <a:bodyPr wrap="none" rtlCol="0" anchor="ctr">
            <a:spAutoFit/>
          </a:bodyPr>
          <a:lstStyle/>
          <a:p>
            <a:pPr algn="just"/>
            <a:r>
              <a:rPr lang="en-US" dirty="0">
                <a:latin typeface="Cambria" pitchFamily="18" charset="0"/>
                <a:ea typeface="Cambria" pitchFamily="18" charset="0"/>
              </a:rPr>
              <a:t>Fig(3): </a:t>
            </a:r>
            <a:r>
              <a:rPr lang="en-US" dirty="0"/>
              <a:t>Secure Cloud-Based AI Services Using Confidential Computing</a:t>
            </a:r>
            <a:r>
              <a:rPr lang="en-US" dirty="0">
                <a:latin typeface="Cambria" pitchFamily="18" charset="0"/>
                <a:ea typeface="Cambria" pitchFamily="18" charset="0"/>
              </a:rPr>
              <a:t>.</a:t>
            </a:r>
          </a:p>
        </p:txBody>
      </p:sp>
      <p:pic>
        <p:nvPicPr>
          <p:cNvPr id="6" name="Picture 5">
            <a:extLst>
              <a:ext uri="{FF2B5EF4-FFF2-40B4-BE49-F238E27FC236}">
                <a16:creationId xmlns:a16="http://schemas.microsoft.com/office/drawing/2014/main" id="{5E2341C5-0CDF-EBF4-D815-F879A79124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36346" y="1668125"/>
            <a:ext cx="5998745" cy="3999163"/>
          </a:xfrm>
          <a:prstGeom prst="rect">
            <a:avLst/>
          </a:prstGeom>
        </p:spPr>
      </p:pic>
    </p:spTree>
    <p:extLst>
      <p:ext uri="{BB962C8B-B14F-4D97-AF65-F5344CB8AC3E}">
        <p14:creationId xmlns:p14="http://schemas.microsoft.com/office/powerpoint/2010/main" val="2051296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95149" y="1395663"/>
            <a:ext cx="6718434" cy="4225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p:nvPr>
        </p:nvSpPr>
        <p:spPr>
          <a:xfrm>
            <a:off x="238680" y="804600"/>
            <a:ext cx="8719560" cy="5292970"/>
          </a:xfrm>
        </p:spPr>
        <p:txBody>
          <a:bodyPr/>
          <a:lstStyle/>
          <a:p>
            <a:pPr marL="461963" indent="-461963" algn="just">
              <a:lnSpc>
                <a:spcPct val="150000"/>
              </a:lnSpc>
              <a:buFont typeface="Arial" pitchFamily="34" charset="0"/>
              <a:buChar char="•"/>
            </a:pPr>
            <a:r>
              <a:rPr lang="en-US" sz="2400" dirty="0">
                <a:latin typeface="Times New Roman" panose="02020603050405020304" pitchFamily="18" charset="0"/>
                <a:cs typeface="Times New Roman" panose="02020603050405020304" pitchFamily="18" charset="0"/>
              </a:rPr>
              <a:t>The process begins with collecting and preparing sensitive data, such as healthcare or financial information. The data is cleaned and formatted, and then an appropriate AI model is trained based on the application requirements.</a:t>
            </a:r>
          </a:p>
          <a:p>
            <a:pPr marL="461963" indent="-461963" algn="just">
              <a:lnSpc>
                <a:spcPct val="150000"/>
              </a:lnSpc>
              <a:buFont typeface="Arial" pitchFamily="34" charset="0"/>
              <a:buChar char="•"/>
            </a:pPr>
            <a:r>
              <a:rPr lang="en-US" sz="2400" dirty="0">
                <a:latin typeface="Times New Roman" panose="02020603050405020304" pitchFamily="18" charset="0"/>
                <a:cs typeface="Times New Roman" panose="02020603050405020304" pitchFamily="18" charset="0"/>
              </a:rPr>
              <a:t>After training, the model is deployed using confidential computing technologies like Trusted Execution Environments (TEEs). The input data is encrypted and securely processed inside the TEE, ensuring that both the data and the model remain protected during execution.</a:t>
            </a:r>
            <a:endParaRPr lang="en-US" sz="2200" dirty="0">
              <a:latin typeface="Times New Roman" panose="02020603050405020304" pitchFamily="18" charset="0"/>
              <a:ea typeface="Cambria" pitchFamily="18" charset="0"/>
              <a:cs typeface="Times New Roman" panose="02020603050405020304" pitchFamily="18" charset="0"/>
            </a:endParaRPr>
          </a:p>
        </p:txBody>
      </p:sp>
      <p:sp>
        <p:nvSpPr>
          <p:cNvPr id="4" name="PlaceHolder 1"/>
          <p:cNvSpPr txBox="1">
            <a:spLocks/>
          </p:cNvSpPr>
          <p:nvPr/>
        </p:nvSpPr>
        <p:spPr>
          <a:xfrm>
            <a:off x="238680" y="185400"/>
            <a:ext cx="8719560" cy="619200"/>
          </a:xfrm>
          <a:prstGeom prst="rect">
            <a:avLst/>
          </a:prstGeom>
          <a:noFill/>
          <a:ln w="0">
            <a:noFill/>
          </a:ln>
        </p:spPr>
        <p:txBody>
          <a:bodyPr lIns="0" tIns="0" rIns="0" bIns="0" numCol="1" spcCol="0" anchor="t">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1" normalizeH="0" baseline="0" noProof="0" dirty="0">
                <a:ln>
                  <a:noFill/>
                </a:ln>
                <a:solidFill>
                  <a:srgbClr val="0000FF"/>
                </a:solidFill>
                <a:effectLst/>
                <a:uLnTx/>
                <a:uFillTx/>
                <a:latin typeface="Cambria" pitchFamily="18" charset="0"/>
                <a:ea typeface="Cambria" pitchFamily="18" charset="0"/>
                <a:cs typeface="+mj-cs"/>
              </a:rPr>
              <a:t>Methodology </a:t>
            </a:r>
          </a:p>
        </p:txBody>
      </p:sp>
      <p:sp>
        <p:nvSpPr>
          <p:cNvPr id="6" name="TextBox 5">
            <a:extLst>
              <a:ext uri="{FF2B5EF4-FFF2-40B4-BE49-F238E27FC236}">
                <a16:creationId xmlns:a16="http://schemas.microsoft.com/office/drawing/2014/main" id="{438E60CE-8158-940A-AB2F-A8246B1B1945}"/>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
        <p:nvSpPr>
          <p:cNvPr id="7" name="PlaceHolder 3"/>
          <p:cNvSpPr>
            <a:spLocks noGrp="1"/>
          </p:cNvSpPr>
          <p:nvPr>
            <p:ph type="sldNum" idx="2"/>
          </p:nvPr>
        </p:nvSpPr>
        <p:spPr>
          <a:xfrm>
            <a:off x="6553080" y="6392520"/>
            <a:ext cx="1904760" cy="456840"/>
          </a:xfrm>
        </p:spPr>
        <p:txBody>
          <a:bodyPr/>
          <a:lstStyle/>
          <a:p>
            <a:fld id="{E371BE9B-40DC-4942-8EB1-4AFDB853F74C}" type="slidenum">
              <a:rPr/>
              <a:pPr/>
              <a:t>11</a:t>
            </a:fld>
            <a:endParaRPr/>
          </a:p>
        </p:txBody>
      </p:sp>
    </p:spTree>
    <p:extLst>
      <p:ext uri="{BB962C8B-B14F-4D97-AF65-F5344CB8AC3E}">
        <p14:creationId xmlns:p14="http://schemas.microsoft.com/office/powerpoint/2010/main" val="982810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95149" y="1395663"/>
            <a:ext cx="6718434" cy="4225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p:nvPr>
        </p:nvSpPr>
        <p:spPr>
          <a:xfrm>
            <a:off x="238680" y="804600"/>
            <a:ext cx="8719560" cy="5292970"/>
          </a:xfrm>
        </p:spPr>
        <p:txBody>
          <a:bodyPr/>
          <a:lstStyle/>
          <a:p>
            <a:pPr marL="461963" indent="-461963" algn="just">
              <a:lnSpc>
                <a:spcPct val="200000"/>
              </a:lnSpc>
              <a:buFont typeface="Arial" pitchFamily="34" charset="0"/>
              <a:buChar char="•"/>
            </a:pPr>
            <a:r>
              <a:rPr lang="en-US" sz="2400" dirty="0">
                <a:latin typeface="Times New Roman" panose="02020603050405020304" pitchFamily="18" charset="0"/>
                <a:cs typeface="Times New Roman" panose="02020603050405020304" pitchFamily="18" charset="0"/>
              </a:rPr>
              <a:t>The results are generated and encrypted before being sent back to the user. The system is then evaluated to ensure that it provides strong security along with efficient performance.</a:t>
            </a:r>
          </a:p>
          <a:p>
            <a:pPr marL="461963" indent="-461963" algn="just">
              <a:lnSpc>
                <a:spcPct val="200000"/>
              </a:lnSpc>
              <a:buFont typeface="Arial" pitchFamily="34" charset="0"/>
              <a:buChar char="•"/>
            </a:pPr>
            <a:r>
              <a:rPr lang="en-US" sz="2400" dirty="0">
                <a:latin typeface="Times New Roman" panose="02020603050405020304" pitchFamily="18" charset="0"/>
                <a:cs typeface="Times New Roman" panose="02020603050405020304" pitchFamily="18" charset="0"/>
              </a:rPr>
              <a:t>Remote attestation is used to verify that the secure environment is trustworthy before processing any data. This step ensures that the system is protected from unauthorized access and maintains the integrity of the AI deployment.</a:t>
            </a:r>
            <a:endParaRPr lang="en-US" sz="2200" dirty="0">
              <a:latin typeface="Times New Roman" panose="02020603050405020304" pitchFamily="18" charset="0"/>
              <a:ea typeface="Cambria" pitchFamily="18" charset="0"/>
              <a:cs typeface="Times New Roman" panose="02020603050405020304" pitchFamily="18" charset="0"/>
            </a:endParaRPr>
          </a:p>
        </p:txBody>
      </p:sp>
      <p:sp>
        <p:nvSpPr>
          <p:cNvPr id="4" name="PlaceHolder 1"/>
          <p:cNvSpPr txBox="1">
            <a:spLocks/>
          </p:cNvSpPr>
          <p:nvPr/>
        </p:nvSpPr>
        <p:spPr>
          <a:xfrm>
            <a:off x="238680" y="185400"/>
            <a:ext cx="8719560" cy="619200"/>
          </a:xfrm>
          <a:prstGeom prst="rect">
            <a:avLst/>
          </a:prstGeom>
          <a:noFill/>
          <a:ln w="0">
            <a:noFill/>
          </a:ln>
        </p:spPr>
        <p:txBody>
          <a:bodyPr lIns="0" tIns="0" rIns="0" bIns="0" numCol="1" spcCol="0" anchor="t">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1" normalizeH="0" baseline="0" noProof="0" dirty="0">
                <a:ln>
                  <a:noFill/>
                </a:ln>
                <a:solidFill>
                  <a:srgbClr val="0000FF"/>
                </a:solidFill>
                <a:effectLst/>
                <a:uLnTx/>
                <a:uFillTx/>
                <a:latin typeface="Cambria" pitchFamily="18" charset="0"/>
                <a:ea typeface="Cambria" pitchFamily="18" charset="0"/>
                <a:cs typeface="+mj-cs"/>
              </a:rPr>
              <a:t>Methodology </a:t>
            </a:r>
          </a:p>
        </p:txBody>
      </p:sp>
      <p:sp>
        <p:nvSpPr>
          <p:cNvPr id="6" name="TextBox 5">
            <a:extLst>
              <a:ext uri="{FF2B5EF4-FFF2-40B4-BE49-F238E27FC236}">
                <a16:creationId xmlns:a16="http://schemas.microsoft.com/office/drawing/2014/main" id="{438E60CE-8158-940A-AB2F-A8246B1B1945}"/>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
        <p:nvSpPr>
          <p:cNvPr id="7" name="PlaceHolder 3"/>
          <p:cNvSpPr>
            <a:spLocks noGrp="1"/>
          </p:cNvSpPr>
          <p:nvPr>
            <p:ph type="sldNum" idx="2"/>
          </p:nvPr>
        </p:nvSpPr>
        <p:spPr>
          <a:xfrm>
            <a:off x="6553080" y="6392520"/>
            <a:ext cx="1904760" cy="456840"/>
          </a:xfrm>
        </p:spPr>
        <p:txBody>
          <a:bodyPr/>
          <a:lstStyle/>
          <a:p>
            <a:fld id="{E371BE9B-40DC-4942-8EB1-4AFDB853F74C}" type="slidenum">
              <a:rPr/>
              <a:pPr/>
              <a:t>12</a:t>
            </a:fld>
            <a:endParaRPr/>
          </a:p>
        </p:txBody>
      </p:sp>
    </p:spTree>
    <p:extLst>
      <p:ext uri="{BB962C8B-B14F-4D97-AF65-F5344CB8AC3E}">
        <p14:creationId xmlns:p14="http://schemas.microsoft.com/office/powerpoint/2010/main" val="3874497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97280" y="1607419"/>
            <a:ext cx="6699183" cy="43602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p:nvPr>
        </p:nvSpPr>
        <p:spPr>
          <a:xfrm>
            <a:off x="238680" y="773258"/>
            <a:ext cx="8719560" cy="5311486"/>
          </a:xfrm>
        </p:spPr>
        <p:txBody>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Secure deployment of AI models is essential as they handle sensitive data in many real-world applications. Confidential computing helps protect both data and models during processing using Trusted Execution Environments (TEEs).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approach improves data privacy and prevents unauthorized access, making AI systems more secure and trustworthy. It also supports safe deployment of AI models on cloud platforms.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Confidential computing plays a key role in enabling secure AI applications in fields like healthcare, finance, and cloud services.</a:t>
            </a:r>
          </a:p>
        </p:txBody>
      </p:sp>
      <p:sp>
        <p:nvSpPr>
          <p:cNvPr id="4"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pPr>
            <a:r>
              <a:rPr lang="en-US" b="1" spc="-1" dirty="0">
                <a:solidFill>
                  <a:srgbClr val="0000FF"/>
                </a:solidFill>
                <a:latin typeface="Times New Roman"/>
                <a:ea typeface="Noto Sans CJK SC"/>
              </a:rPr>
              <a:t>Conclusion</a:t>
            </a:r>
            <a:endParaRPr lang="en-US" sz="4400" b="1" strike="noStrike" spc="-1" dirty="0">
              <a:solidFill>
                <a:srgbClr val="0000FF"/>
              </a:solidFill>
              <a:latin typeface="Times New Roman"/>
              <a:ea typeface="Noto Sans CJK SC"/>
            </a:endParaRPr>
          </a:p>
        </p:txBody>
      </p:sp>
      <p:sp>
        <p:nvSpPr>
          <p:cNvPr id="6" name="TextBox 5">
            <a:extLst>
              <a:ext uri="{FF2B5EF4-FFF2-40B4-BE49-F238E27FC236}">
                <a16:creationId xmlns:a16="http://schemas.microsoft.com/office/drawing/2014/main" id="{51B4384B-4C14-745F-838F-5115EC5E836E}"/>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
        <p:nvSpPr>
          <p:cNvPr id="7" name="PlaceHolder 3"/>
          <p:cNvSpPr>
            <a:spLocks noGrp="1"/>
          </p:cNvSpPr>
          <p:nvPr>
            <p:ph type="sldNum" idx="2"/>
          </p:nvPr>
        </p:nvSpPr>
        <p:spPr>
          <a:xfrm>
            <a:off x="6553080" y="6392520"/>
            <a:ext cx="1904760" cy="456840"/>
          </a:xfrm>
        </p:spPr>
        <p:txBody>
          <a:bodyPr/>
          <a:lstStyle/>
          <a:p>
            <a:fld id="{AD9F0162-6CFE-41A6-89AB-878B338E914D}" type="slidenum">
              <a:rPr/>
              <a:pPr/>
              <a:t>13</a:t>
            </a:fld>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97280" y="1607419"/>
            <a:ext cx="6699183" cy="43602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p:nvPr>
        </p:nvSpPr>
        <p:spPr>
          <a:xfrm>
            <a:off x="212220" y="1092887"/>
            <a:ext cx="8719560" cy="4985886"/>
          </a:xfrm>
        </p:spPr>
        <p:txBody>
          <a:bodyPr/>
          <a:lstStyle/>
          <a:p>
            <a:pPr marL="457200" indent="-457200" algn="just">
              <a:lnSpc>
                <a:spcPct val="150000"/>
              </a:lnSpc>
            </a:pPr>
            <a:r>
              <a:rPr lang="en-US" sz="2000" dirty="0">
                <a:latin typeface="Times New Roman" panose="02020603050405020304" pitchFamily="18" charset="0"/>
                <a:ea typeface="Cambria"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P. N. </a:t>
            </a:r>
            <a:r>
              <a:rPr lang="en-US" sz="2000" dirty="0" err="1">
                <a:latin typeface="Times New Roman" panose="02020603050405020304" pitchFamily="18" charset="0"/>
                <a:cs typeface="Times New Roman" panose="02020603050405020304" pitchFamily="18" charset="0"/>
              </a:rPr>
              <a:t>Uttari</a:t>
            </a:r>
            <a:r>
              <a:rPr lang="en-US" sz="2000" dirty="0">
                <a:latin typeface="Times New Roman" panose="02020603050405020304" pitchFamily="18" charset="0"/>
                <a:cs typeface="Times New Roman" panose="02020603050405020304" pitchFamily="18" charset="0"/>
              </a:rPr>
              <a:t> and N. Thapa, “Secure AI inference in the cloud: Enabling confidential computing with trusted execution,” </a:t>
            </a:r>
            <a:r>
              <a:rPr lang="en-US" sz="2000" i="1" dirty="0">
                <a:latin typeface="Times New Roman" panose="02020603050405020304" pitchFamily="18" charset="0"/>
                <a:cs typeface="Times New Roman" panose="02020603050405020304" pitchFamily="18" charset="0"/>
              </a:rPr>
              <a:t>International Journal of Computer Technology and Electronics Communication</a:t>
            </a:r>
            <a:r>
              <a:rPr lang="en-US" sz="2000" dirty="0">
                <a:latin typeface="Times New Roman" panose="02020603050405020304" pitchFamily="18" charset="0"/>
                <a:cs typeface="Times New Roman" panose="02020603050405020304" pitchFamily="18" charset="0"/>
              </a:rPr>
              <a:t>, vol. 8, no. 3, pp. 10685–10686, 2025.</a:t>
            </a:r>
          </a:p>
          <a:p>
            <a:pPr marL="457200" indent="-457200" algn="just">
              <a:lnSpc>
                <a:spcPct val="150000"/>
              </a:lnSpc>
            </a:pPr>
            <a:r>
              <a:rPr lang="en-US" sz="2000" dirty="0">
                <a:latin typeface="Times New Roman" panose="02020603050405020304" pitchFamily="18" charset="0"/>
                <a:ea typeface="Cambria" pitchFamily="18" charset="0"/>
                <a:cs typeface="Times New Roman" panose="02020603050405020304" pitchFamily="18" charset="0"/>
              </a:rPr>
              <a:t>[2] </a:t>
            </a:r>
            <a:r>
              <a:rPr lang="en-US" sz="2000" dirty="0">
                <a:latin typeface="Times New Roman" panose="02020603050405020304" pitchFamily="18" charset="0"/>
                <a:cs typeface="Times New Roman" panose="02020603050405020304" pitchFamily="18" charset="0"/>
              </a:rPr>
              <a:t>D. D. Agarwal and A. K. Cherukuri, “Confidential computing for cloud security: exploring hardware-based encryption using trusted execution environments,” </a:t>
            </a:r>
            <a:r>
              <a:rPr lang="en-US" sz="2000" i="1" dirty="0">
                <a:latin typeface="Times New Roman" panose="02020603050405020304" pitchFamily="18" charset="0"/>
                <a:cs typeface="Times New Roman" panose="02020603050405020304" pitchFamily="18" charset="0"/>
              </a:rPr>
              <a:t>Vellore Institute of Technology</a:t>
            </a:r>
            <a:r>
              <a:rPr lang="en-US" sz="2000" dirty="0">
                <a:latin typeface="Times New Roman" panose="02020603050405020304" pitchFamily="18" charset="0"/>
                <a:cs typeface="Times New Roman" panose="02020603050405020304" pitchFamily="18" charset="0"/>
              </a:rPr>
              <a:t>, School of Computer Science Engineering and Information Systems, 2024.</a:t>
            </a:r>
          </a:p>
          <a:p>
            <a:pPr marL="457200" indent="-457200" algn="just">
              <a:lnSpc>
                <a:spcPct val="150000"/>
              </a:lnSpc>
            </a:pPr>
            <a:r>
              <a:rPr lang="en-US" sz="2000" dirty="0">
                <a:latin typeface="Times New Roman" panose="02020603050405020304" pitchFamily="18" charset="0"/>
                <a:ea typeface="Cambria"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M. U. Sardar and C. Fetzer, “Confidential computing and related technologies: A critical review,” </a:t>
            </a:r>
            <a:r>
              <a:rPr lang="en-US" sz="2000" i="1" dirty="0">
                <a:latin typeface="Times New Roman" panose="02020603050405020304" pitchFamily="18" charset="0"/>
                <a:cs typeface="Times New Roman" panose="02020603050405020304" pitchFamily="18" charset="0"/>
              </a:rPr>
              <a:t>Cybersecurity</a:t>
            </a:r>
            <a:r>
              <a:rPr lang="en-US" sz="2000" dirty="0">
                <a:latin typeface="Times New Roman" panose="02020603050405020304" pitchFamily="18" charset="0"/>
                <a:cs typeface="Times New Roman" panose="02020603050405020304" pitchFamily="18" charset="0"/>
              </a:rPr>
              <a:t>, vol. 6, 2023.</a:t>
            </a:r>
            <a:endParaRPr lang="en-US" sz="2000" dirty="0">
              <a:latin typeface="Times New Roman" panose="02020603050405020304" pitchFamily="18" charset="0"/>
              <a:ea typeface="Cambria" pitchFamily="18" charset="0"/>
              <a:cs typeface="Times New Roman" panose="02020603050405020304" pitchFamily="18" charset="0"/>
            </a:endParaRPr>
          </a:p>
        </p:txBody>
      </p:sp>
      <p:sp>
        <p:nvSpPr>
          <p:cNvPr id="4"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pPr>
            <a:r>
              <a:rPr lang="en-US" b="1" spc="-1" dirty="0">
                <a:solidFill>
                  <a:srgbClr val="0000FF"/>
                </a:solidFill>
                <a:latin typeface="Times New Roman"/>
                <a:ea typeface="Noto Sans CJK SC"/>
              </a:rPr>
              <a:t>References</a:t>
            </a:r>
            <a:endParaRPr lang="en-US" sz="4400" b="1" strike="noStrike" spc="-1" dirty="0">
              <a:solidFill>
                <a:srgbClr val="0000FF"/>
              </a:solidFill>
              <a:latin typeface="Times New Roman"/>
              <a:ea typeface="Noto Sans CJK SC"/>
            </a:endParaRPr>
          </a:p>
        </p:txBody>
      </p:sp>
      <p:sp>
        <p:nvSpPr>
          <p:cNvPr id="6" name="TextBox 5">
            <a:extLst>
              <a:ext uri="{FF2B5EF4-FFF2-40B4-BE49-F238E27FC236}">
                <a16:creationId xmlns:a16="http://schemas.microsoft.com/office/drawing/2014/main" id="{51B4384B-4C14-745F-838F-5115EC5E836E}"/>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
        <p:nvSpPr>
          <p:cNvPr id="7" name="PlaceHolder 3"/>
          <p:cNvSpPr>
            <a:spLocks noGrp="1"/>
          </p:cNvSpPr>
          <p:nvPr>
            <p:ph type="sldNum" idx="2"/>
          </p:nvPr>
        </p:nvSpPr>
        <p:spPr>
          <a:xfrm>
            <a:off x="6553080" y="6392520"/>
            <a:ext cx="1904760" cy="456840"/>
          </a:xfrm>
        </p:spPr>
        <p:txBody>
          <a:bodyPr/>
          <a:lstStyle/>
          <a:p>
            <a:fld id="{AD9F0162-6CFE-41A6-89AB-878B338E914D}" type="slidenum">
              <a:rPr/>
              <a:pPr/>
              <a:t>14</a:t>
            </a:fld>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7234FA-9D51-5A90-2C2B-0E4E61DDD84E}"/>
              </a:ext>
            </a:extLst>
          </p:cNvPr>
          <p:cNvSpPr/>
          <p:nvPr/>
        </p:nvSpPr>
        <p:spPr>
          <a:xfrm>
            <a:off x="1336431" y="1354015"/>
            <a:ext cx="6198577" cy="40620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Title 1"/>
          <p:cNvSpPr/>
          <p:nvPr/>
        </p:nvSpPr>
        <p:spPr>
          <a:xfrm>
            <a:off x="529179" y="2872938"/>
            <a:ext cx="7813080" cy="1024200"/>
          </a:xfrm>
          <a:prstGeom prst="rect">
            <a:avLst/>
          </a:prstGeom>
          <a:noFill/>
          <a:ln w="0">
            <a:noFill/>
          </a:ln>
        </p:spPr>
        <p:style>
          <a:lnRef idx="0">
            <a:scrgbClr r="0" g="0" b="0"/>
          </a:lnRef>
          <a:fillRef idx="0">
            <a:scrgbClr r="0" g="0" b="0"/>
          </a:fillRef>
          <a:effectRef idx="0">
            <a:scrgbClr r="0" g="0" b="0"/>
          </a:effectRef>
          <a:fontRef idx="minor"/>
        </p:style>
        <p:txBody>
          <a:bodyPr numCol="1" spcCol="0" anchor="ctr">
            <a:noAutofit/>
          </a:bodyPr>
          <a:lstStyle/>
          <a:p>
            <a:pPr algn="ctr">
              <a:lnSpc>
                <a:spcPct val="100000"/>
              </a:lnSpc>
              <a:buNone/>
            </a:pPr>
            <a:r>
              <a:rPr lang="en-US" sz="4050" b="1" strike="noStrike" spc="35" dirty="0">
                <a:solidFill>
                  <a:srgbClr val="0000FF"/>
                </a:solidFill>
                <a:latin typeface="Times New Roman" panose="02020603050405020304" pitchFamily="18" charset="0"/>
                <a:cs typeface="Times New Roman" panose="02020603050405020304" pitchFamily="18" charset="0"/>
              </a:rPr>
              <a:t>Thank you</a:t>
            </a:r>
            <a:endParaRPr lang="en-IN" sz="4050" b="1" strike="noStrike" spc="-1" dirty="0">
              <a:latin typeface="Times New Roman" panose="02020603050405020304" pitchFamily="18" charset="0"/>
              <a:cs typeface="Times New Roman" panose="02020603050405020304" pitchFamily="18" charset="0"/>
            </a:endParaRPr>
          </a:p>
        </p:txBody>
      </p:sp>
      <p:sp>
        <p:nvSpPr>
          <p:cNvPr id="2" name="PlaceHolder 1"/>
          <p:cNvSpPr>
            <a:spLocks noGrp="1"/>
          </p:cNvSpPr>
          <p:nvPr>
            <p:ph type="sldNum" idx="2"/>
          </p:nvPr>
        </p:nvSpPr>
        <p:spPr/>
        <p:txBody>
          <a:bodyPr/>
          <a:lstStyle/>
          <a:p>
            <a:fld id="{14D8D405-740E-476F-BC2B-5B1B9D77824D}" type="slidenum">
              <a:rPr/>
              <a:pPr/>
              <a:t>15</a:t>
            </a:fld>
            <a:endParaRPr/>
          </a:p>
        </p:txBody>
      </p:sp>
      <p:sp>
        <p:nvSpPr>
          <p:cNvPr id="4" name="TextBox 3">
            <a:extLst>
              <a:ext uri="{FF2B5EF4-FFF2-40B4-BE49-F238E27FC236}">
                <a16:creationId xmlns:a16="http://schemas.microsoft.com/office/drawing/2014/main" id="{6C4EAA4A-422E-FCFE-440B-B8A4D957D803}"/>
              </a:ext>
            </a:extLst>
          </p:cNvPr>
          <p:cNvSpPr txBox="1"/>
          <p:nvPr/>
        </p:nvSpPr>
        <p:spPr>
          <a:xfrm>
            <a:off x="316524" y="6417980"/>
            <a:ext cx="2274398" cy="307777"/>
          </a:xfrm>
          <a:prstGeom prst="rect">
            <a:avLst/>
          </a:prstGeom>
          <a:solidFill>
            <a:schemeClr val="bg1"/>
          </a:solidFill>
          <a:ln>
            <a:noFill/>
          </a:ln>
        </p:spPr>
        <p:txBody>
          <a:bodyPr wrap="square" rtlCol="0">
            <a:spAutoFit/>
          </a:bodyPr>
          <a:lstStyle/>
          <a:p>
            <a:r>
              <a:rPr lang="en-US" sz="1400" dirty="0">
                <a:latin typeface="Times New Roman" panose="02020603050405020304" pitchFamily="18" charset="0"/>
                <a:cs typeface="Times New Roman" panose="02020603050405020304" pitchFamily="18" charset="0"/>
              </a:rPr>
              <a:t>Dept of MCA, VCET, Puttur.</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DEC40C2EE3CD4B80ACD2D40AA80E2E" ma:contentTypeVersion="10" ma:contentTypeDescription="Create a new document." ma:contentTypeScope="" ma:versionID="7206a2318156d928fe3d9a5b9a6380e0">
  <xsd:schema xmlns:xsd="http://www.w3.org/2001/XMLSchema" xmlns:xs="http://www.w3.org/2001/XMLSchema" xmlns:p="http://schemas.microsoft.com/office/2006/metadata/properties" xmlns:ns2="b818aabb-e8a6-4eb0-a812-9584956a0e14" xmlns:ns3="25993aa0-c934-4743-8a33-2ee3f2227785" targetNamespace="http://schemas.microsoft.com/office/2006/metadata/properties" ma:root="true" ma:fieldsID="06d71c4054c8fad7b4fe05763c211649" ns2:_="" ns3:_="">
    <xsd:import namespace="b818aabb-e8a6-4eb0-a812-9584956a0e14"/>
    <xsd:import namespace="25993aa0-c934-4743-8a33-2ee3f22277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18aabb-e8a6-4eb0-a812-9584956a0e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490759c-484a-421d-982a-c34b4ba304b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993aa0-c934-4743-8a33-2ee3f222778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7a494a8-24ac-4685-9040-e34de4d635db}" ma:internalName="TaxCatchAll" ma:showField="CatchAllData" ma:web="25993aa0-c934-4743-8a33-2ee3f22277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818aabb-e8a6-4eb0-a812-9584956a0e14">
      <Terms xmlns="http://schemas.microsoft.com/office/infopath/2007/PartnerControls"/>
    </lcf76f155ced4ddcb4097134ff3c332f>
    <TaxCatchAll xmlns="25993aa0-c934-4743-8a33-2ee3f2227785" xsi:nil="true"/>
  </documentManagement>
</p:properties>
</file>

<file path=customXml/itemProps1.xml><?xml version="1.0" encoding="utf-8"?>
<ds:datastoreItem xmlns:ds="http://schemas.openxmlformats.org/officeDocument/2006/customXml" ds:itemID="{0B4BC0B7-92E1-4A63-8D38-D1476EA714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18aabb-e8a6-4eb0-a812-9584956a0e14"/>
    <ds:schemaRef ds:uri="25993aa0-c934-4743-8a33-2ee3f22277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50687D3-C9E0-4137-B83A-578A8031416A}">
  <ds:schemaRefs>
    <ds:schemaRef ds:uri="http://schemas.microsoft.com/sharepoint/v3/contenttype/forms"/>
  </ds:schemaRefs>
</ds:datastoreItem>
</file>

<file path=customXml/itemProps3.xml><?xml version="1.0" encoding="utf-8"?>
<ds:datastoreItem xmlns:ds="http://schemas.openxmlformats.org/officeDocument/2006/customXml" ds:itemID="{3573678D-FCA0-4C52-9EEF-030C350B9F7F}">
  <ds:schemaRefs>
    <ds:schemaRef ds:uri="http://schemas.microsoft.com/office/2006/metadata/properties"/>
    <ds:schemaRef ds:uri="http://schemas.microsoft.com/office/infopath/2007/PartnerControls"/>
    <ds:schemaRef ds:uri="58568482-5801-4def-80dd-d56b0830fc83"/>
    <ds:schemaRef ds:uri="3d9c3eb6-97d2-4ff7-8fa0-8d9f877dc7a3"/>
    <ds:schemaRef ds:uri="b818aabb-e8a6-4eb0-a812-9584956a0e14"/>
    <ds:schemaRef ds:uri="25993aa0-c934-4743-8a33-2ee3f2227785"/>
  </ds:schemaRefs>
</ds:datastoreItem>
</file>

<file path=docProps/app.xml><?xml version="1.0" encoding="utf-8"?>
<Properties xmlns="http://schemas.openxmlformats.org/officeDocument/2006/extended-properties" xmlns:vt="http://schemas.openxmlformats.org/officeDocument/2006/docPropsVTypes">
  <Template/>
  <TotalTime>717</TotalTime>
  <Words>1086</Words>
  <Application>Microsoft Office PowerPoint</Application>
  <PresentationFormat>On-screen Show (4:3)</PresentationFormat>
  <Paragraphs>99</Paragraphs>
  <Slides>15</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15</vt:i4>
      </vt:variant>
    </vt:vector>
  </HeadingPairs>
  <TitlesOfParts>
    <vt:vector size="24" baseType="lpstr">
      <vt:lpstr>Arial</vt:lpstr>
      <vt:lpstr>Calibri</vt:lpstr>
      <vt:lpstr>Cambria</vt:lpstr>
      <vt:lpstr>Söhne</vt:lpstr>
      <vt:lpstr>Symbol</vt:lpstr>
      <vt:lpstr>Times New Roman</vt:lpstr>
      <vt:lpstr>Wingdings</vt:lpstr>
      <vt:lpstr>Office Theme</vt:lpstr>
      <vt:lpstr>Office Theme</vt:lpstr>
      <vt:lpstr>Ruchitha K M 4VP24MC041</vt:lpstr>
      <vt:lpstr>Contents</vt:lpstr>
      <vt:lpstr>Introduction </vt:lpstr>
      <vt:lpstr>PowerPoint Presentation</vt:lpstr>
      <vt:lpstr>Objectives</vt:lpstr>
      <vt:lpstr>Literature Review</vt:lpstr>
      <vt:lpstr>Literature Review</vt:lpstr>
      <vt:lpstr>Applications</vt:lpstr>
      <vt:lpstr>Applications</vt:lpstr>
      <vt:lpstr>Applications</vt:lpstr>
      <vt:lpstr>PowerPoint Presentation</vt:lpstr>
      <vt:lpstr>PowerPoint Presentation</vt:lpstr>
      <vt:lpstr>Conclusion</vt:lpstr>
      <vt:lpstr>References</vt:lpstr>
      <vt:lpstr>PowerPoint Presentation</vt:lpstr>
    </vt:vector>
  </TitlesOfParts>
  <Company>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Anirudha Somayaji</dc:creator>
  <cp:lastModifiedBy>Ruchitha KM</cp:lastModifiedBy>
  <cp:revision>52</cp:revision>
  <dcterms:created xsi:type="dcterms:W3CDTF">2023-04-30T20:06:37Z</dcterms:created>
  <dcterms:modified xsi:type="dcterms:W3CDTF">2026-05-08T08:50:45Z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On-screen Show (4:3)</vt:lpwstr>
  </property>
  <property fmtid="{D5CDD505-2E9C-101B-9397-08002B2CF9AE}" pid="4" name="Slides">
    <vt:r8>19</vt:r8>
  </property>
  <property fmtid="{D5CDD505-2E9C-101B-9397-08002B2CF9AE}" pid="5" name="ContentTypeId">
    <vt:lpwstr>0x01010063DEC40C2EE3CD4B80ACD2D40AA80E2E</vt:lpwstr>
  </property>
  <property fmtid="{D5CDD505-2E9C-101B-9397-08002B2CF9AE}" pid="6" name="MediaServiceImageTags">
    <vt:lpwstr/>
  </property>
</Properties>
</file>