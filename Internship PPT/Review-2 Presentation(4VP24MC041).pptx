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Lst>
  <p:notesMasterIdLst>
    <p:notesMasterId r:id="rId23"/>
  </p:notesMasterIdLst>
  <p:handoutMasterIdLst>
    <p:handoutMasterId r:id="rId24"/>
  </p:handoutMasterIdLst>
  <p:sldIdLst>
    <p:sldId id="256" r:id="rId6"/>
    <p:sldId id="271" r:id="rId7"/>
    <p:sldId id="266" r:id="rId8"/>
    <p:sldId id="273" r:id="rId9"/>
    <p:sldId id="279" r:id="rId10"/>
    <p:sldId id="258" r:id="rId11"/>
    <p:sldId id="267" r:id="rId12"/>
    <p:sldId id="268" r:id="rId13"/>
    <p:sldId id="270" r:id="rId14"/>
    <p:sldId id="269" r:id="rId15"/>
    <p:sldId id="275" r:id="rId16"/>
    <p:sldId id="280" r:id="rId17"/>
    <p:sldId id="281" r:id="rId18"/>
    <p:sldId id="277" r:id="rId19"/>
    <p:sldId id="263" r:id="rId20"/>
    <p:sldId id="278" r:id="rId21"/>
    <p:sldId id="26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41FF3-5EE8-802B-4171-BB07F2605F77}" v="2" dt="2023-05-01T16:12:31.006"/>
    <p1510:client id="{F83CA308-13A4-4A1B-E8BC-17F71DCD6A14}" v="176" dt="2023-05-01T16:08:58.4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0B4157-64B4-4347-AE25-A0AC343D6780}" type="datetimeFigureOut">
              <a:rPr lang="en-IN" smtClean="0"/>
              <a:t>14-05-2026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Dept of MCA, VCET Puttur</a:t>
            </a:r>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186218-92DD-45E7-B3E8-B9E42EA9110B}" type="slidenum">
              <a:rPr lang="en-IN" smtClean="0"/>
              <a:t>‹#›</a:t>
            </a:fld>
            <a:endParaRPr lang="en-IN"/>
          </a:p>
        </p:txBody>
      </p:sp>
    </p:spTree>
    <p:extLst>
      <p:ext uri="{BB962C8B-B14F-4D97-AF65-F5344CB8AC3E}">
        <p14:creationId xmlns:p14="http://schemas.microsoft.com/office/powerpoint/2010/main" val="88639244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533520" y="764280"/>
            <a:ext cx="6704640" cy="3771360"/>
          </a:xfrm>
          <a:prstGeom prst="rect">
            <a:avLst/>
          </a:prstGeom>
          <a:noFill/>
          <a:ln w="0">
            <a:noFill/>
          </a:ln>
        </p:spPr>
        <p:txBody>
          <a:bodyPr lIns="0" tIns="0" rIns="0" bIns="0" anchor="ctr">
            <a:noAutofit/>
          </a:bodyPr>
          <a:lstStyle/>
          <a:p>
            <a:r>
              <a:rPr lang="en-US" sz="4400" b="0" strike="noStrike" spc="-1">
                <a:solidFill>
                  <a:srgbClr val="000000"/>
                </a:solidFill>
                <a:latin typeface="Arial"/>
              </a:rPr>
              <a:t>Click to move the slide</a:t>
            </a: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r>
              <a:rPr lang="en-IN" sz="2000" b="0" strike="noStrike" spc="-1">
                <a:latin typeface="Arial"/>
              </a:rPr>
              <a:t>Click to edit the notes format</a:t>
            </a:r>
          </a:p>
        </p:txBody>
      </p:sp>
      <p:sp>
        <p:nvSpPr>
          <p:cNvPr id="85"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r>
              <a:rPr lang="en-IN" sz="1400" b="0" strike="noStrike" spc="-1">
                <a:latin typeface="Times New Roman"/>
              </a:rPr>
              <a:t>&lt;header&gt;</a:t>
            </a:r>
          </a:p>
        </p:txBody>
      </p:sp>
      <p:sp>
        <p:nvSpPr>
          <p:cNvPr id="86"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algn="r">
              <a:buNone/>
              <a:defRPr lang="en-IN" sz="1400" b="0" strike="noStrike" spc="-1">
                <a:latin typeface="Times New Roman"/>
              </a:defRPr>
            </a:lvl1pPr>
          </a:lstStyle>
          <a:p>
            <a:pPr algn="r">
              <a:buNone/>
            </a:pPr>
            <a:r>
              <a:rPr lang="en-IN" sz="1400" b="0" strike="noStrike" spc="-1">
                <a:latin typeface="Times New Roman"/>
              </a:rPr>
              <a:t>&lt;date/time&gt;</a:t>
            </a:r>
          </a:p>
        </p:txBody>
      </p:sp>
      <p:sp>
        <p:nvSpPr>
          <p:cNvPr id="87"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a:defRPr lang="en-IN" sz="1400" b="0" strike="noStrike" spc="-1">
                <a:latin typeface="Times New Roman"/>
              </a:defRPr>
            </a:lvl1pPr>
          </a:lstStyle>
          <a:p>
            <a:r>
              <a:rPr lang="en-US" sz="1400" b="0" strike="noStrike" spc="-1">
                <a:latin typeface="Times New Roman"/>
              </a:rPr>
              <a:t>Dept of MCA, VCET Puttur</a:t>
            </a:r>
            <a:endParaRPr lang="en-IN" sz="1400" b="0" strike="noStrike" spc="-1">
              <a:latin typeface="Times New Roman"/>
            </a:endParaRPr>
          </a:p>
        </p:txBody>
      </p:sp>
      <p:sp>
        <p:nvSpPr>
          <p:cNvPr id="88"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algn="r">
              <a:buNone/>
              <a:defRPr lang="en-IN" sz="1400" b="0" strike="noStrike" spc="-1">
                <a:latin typeface="Times New Roman"/>
              </a:defRPr>
            </a:lvl1pPr>
          </a:lstStyle>
          <a:p>
            <a:pPr algn="r">
              <a:buNone/>
            </a:pPr>
            <a:fld id="{D3E060D5-D088-46B6-B870-3D203A0E9FCD}" type="slidenum">
              <a:rPr lang="en-IN" sz="1400" b="0" strike="noStrike" spc="-1">
                <a:latin typeface="Times New Roman"/>
              </a:rPr>
              <a:t>‹#›</a:t>
            </a:fld>
            <a:endParaRPr lang="en-IN" sz="1400" b="0" strike="noStrike" spc="-1">
              <a:latin typeface="Times New Roman"/>
            </a:endParaRPr>
          </a:p>
        </p:txBody>
      </p:sp>
    </p:spTree>
    <p:extLst>
      <p:ext uri="{BB962C8B-B14F-4D97-AF65-F5344CB8AC3E}">
        <p14:creationId xmlns:p14="http://schemas.microsoft.com/office/powerpoint/2010/main" val="161529352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noRot="1" noChangeAspect="1"/>
          </p:cNvSpPr>
          <p:nvPr>
            <p:ph type="sldImg"/>
          </p:nvPr>
        </p:nvSpPr>
        <p:spPr>
          <a:xfrm>
            <a:off x="1143000" y="685800"/>
            <a:ext cx="4572000" cy="3429000"/>
          </a:xfrm>
          <a:prstGeom prst="rect">
            <a:avLst/>
          </a:prstGeom>
          <a:ln w="0">
            <a:noFill/>
          </a:ln>
        </p:spPr>
      </p:sp>
      <p:sp>
        <p:nvSpPr>
          <p:cNvPr id="108" name="PlaceHolder 2"/>
          <p:cNvSpPr>
            <a:spLocks noGrp="1"/>
          </p:cNvSpPr>
          <p:nvPr>
            <p:ph type="body"/>
          </p:nvPr>
        </p:nvSpPr>
        <p:spPr>
          <a:xfrm>
            <a:off x="914400" y="4343400"/>
            <a:ext cx="5028840" cy="4114440"/>
          </a:xfrm>
          <a:prstGeom prst="rect">
            <a:avLst/>
          </a:prstGeom>
          <a:noFill/>
          <a:ln w="9360">
            <a:noFill/>
          </a:ln>
        </p:spPr>
        <p:txBody>
          <a:bodyPr numCol="1" spcCol="0" anchor="t">
            <a:noAutofit/>
          </a:bodyPr>
          <a:lstStyle/>
          <a:p>
            <a:r>
              <a:rPr lang="en-US" sz="2000" dirty="0"/>
              <a:t>Loan Default Prediction using Machine Learning </a:t>
            </a:r>
            <a:endParaRPr lang="en-IN" sz="2000" b="0" strike="noStrike" spc="-1" dirty="0">
              <a:latin typeface="Arial"/>
            </a:endParaRPr>
          </a:p>
        </p:txBody>
      </p:sp>
      <p:sp>
        <p:nvSpPr>
          <p:cNvPr id="109" name="PlaceHolder 3"/>
          <p:cNvSpPr>
            <a:spLocks noGrp="1"/>
          </p:cNvSpPr>
          <p:nvPr>
            <p:ph type="sldNum" idx="6"/>
          </p:nvPr>
        </p:nvSpPr>
        <p:spPr>
          <a:xfrm>
            <a:off x="3886200" y="8686800"/>
            <a:ext cx="2971440" cy="456840"/>
          </a:xfrm>
          <a:prstGeom prst="rect">
            <a:avLst/>
          </a:prstGeom>
          <a:noFill/>
          <a:ln w="9360">
            <a:noFill/>
          </a:ln>
        </p:spPr>
        <p:txBody>
          <a:bodyPr numCol="1" spcCol="0" anchor="b">
            <a:noAutofit/>
          </a:bodyPr>
          <a:lstStyle>
            <a:lvl1pPr algn="r">
              <a:lnSpc>
                <a:spcPct val="100000"/>
              </a:lnSpc>
              <a:buNone/>
              <a:defRPr lang="en-US" sz="1200" b="0" strike="noStrike" spc="-1">
                <a:solidFill>
                  <a:srgbClr val="000000"/>
                </a:solidFill>
                <a:latin typeface="Times New Roman"/>
                <a:ea typeface="+mn-ea"/>
              </a:defRPr>
            </a:lvl1pPr>
          </a:lstStyle>
          <a:p>
            <a:pPr algn="r">
              <a:lnSpc>
                <a:spcPct val="100000"/>
              </a:lnSpc>
              <a:buNone/>
            </a:pPr>
            <a:fld id="{552DFFC5-4368-42B3-ACF4-064872DDFCA0}" type="slidenum">
              <a:rPr lang="en-US" sz="1200" b="0" strike="noStrike" spc="-1">
                <a:solidFill>
                  <a:srgbClr val="000000"/>
                </a:solidFill>
                <a:latin typeface="Times New Roman"/>
                <a:ea typeface="+mn-ea"/>
              </a:rPr>
              <a:t>1</a:t>
            </a:fld>
            <a:endParaRPr lang="en-IN" sz="1200" b="0" strike="noStrike" spc="-1">
              <a:latin typeface="Times New Roman"/>
            </a:endParaRPr>
          </a:p>
        </p:txBody>
      </p:sp>
      <p:sp>
        <p:nvSpPr>
          <p:cNvPr id="2" name="Footer Placeholder 1"/>
          <p:cNvSpPr>
            <a:spLocks noGrp="1"/>
          </p:cNvSpPr>
          <p:nvPr>
            <p:ph type="ftr" idx="10"/>
          </p:nvPr>
        </p:nvSpPr>
        <p:spPr/>
        <p:txBody>
          <a:bodyPr/>
          <a:lstStyle/>
          <a:p>
            <a:r>
              <a:rPr lang="en-US" sz="1400" b="0" strike="noStrike" spc="-1">
                <a:latin typeface="Times New Roman"/>
              </a:rPr>
              <a:t>Dept of MCA, VCET Puttur</a:t>
            </a:r>
            <a:endParaRPr lang="en-IN" sz="14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0013" y="763588"/>
            <a:ext cx="5030787" cy="37719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algn="r">
              <a:buNone/>
            </a:pPr>
            <a:fld id="{D3E060D5-D088-46B6-B870-3D203A0E9FCD}" type="slidenum">
              <a:rPr lang="en-IN" sz="1400" b="0" strike="noStrike" spc="-1" smtClean="0">
                <a:latin typeface="Times New Roman"/>
              </a:rPr>
              <a:t>2</a:t>
            </a:fld>
            <a:endParaRPr lang="en-IN" sz="1400" b="0" strike="noStrike" spc="-1">
              <a:latin typeface="Times New Roman"/>
            </a:endParaRPr>
          </a:p>
        </p:txBody>
      </p:sp>
      <p:sp>
        <p:nvSpPr>
          <p:cNvPr id="5" name="Footer Placeholder 4"/>
          <p:cNvSpPr>
            <a:spLocks noGrp="1"/>
          </p:cNvSpPr>
          <p:nvPr>
            <p:ph type="ftr" idx="11"/>
          </p:nvPr>
        </p:nvSpPr>
        <p:spPr/>
        <p:txBody>
          <a:bodyPr/>
          <a:lstStyle/>
          <a:p>
            <a:r>
              <a:rPr lang="en-US" sz="1400" b="0" strike="noStrike" spc="-1">
                <a:latin typeface="Times New Roman"/>
              </a:rPr>
              <a:t>Dept of MCA, VCET Puttur</a:t>
            </a:r>
            <a:endParaRPr lang="en-IN" sz="1400" b="0" strike="noStrike" spc="-1">
              <a:latin typeface="Times New Roman"/>
            </a:endParaRPr>
          </a:p>
        </p:txBody>
      </p:sp>
    </p:spTree>
    <p:extLst>
      <p:ext uri="{BB962C8B-B14F-4D97-AF65-F5344CB8AC3E}">
        <p14:creationId xmlns:p14="http://schemas.microsoft.com/office/powerpoint/2010/main" val="109438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0013" y="763588"/>
            <a:ext cx="5030787" cy="37719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algn="r">
              <a:buNone/>
            </a:pPr>
            <a:fld id="{D3E060D5-D088-46B6-B870-3D203A0E9FCD}" type="slidenum">
              <a:rPr lang="en-IN" sz="1400" b="0" strike="noStrike" spc="-1" smtClean="0">
                <a:latin typeface="Times New Roman"/>
              </a:rPr>
              <a:t>3</a:t>
            </a:fld>
            <a:endParaRPr lang="en-IN" sz="1400" b="0" strike="noStrike" spc="-1">
              <a:latin typeface="Times New Roman"/>
            </a:endParaRPr>
          </a:p>
        </p:txBody>
      </p:sp>
      <p:sp>
        <p:nvSpPr>
          <p:cNvPr id="5" name="Footer Placeholder 4"/>
          <p:cNvSpPr>
            <a:spLocks noGrp="1"/>
          </p:cNvSpPr>
          <p:nvPr>
            <p:ph type="ftr" idx="11"/>
          </p:nvPr>
        </p:nvSpPr>
        <p:spPr/>
        <p:txBody>
          <a:bodyPr/>
          <a:lstStyle/>
          <a:p>
            <a:r>
              <a:rPr lang="en-US" sz="1400" b="0" strike="noStrike" spc="-1">
                <a:latin typeface="Times New Roman"/>
              </a:rPr>
              <a:t>Dept of MCA, VCET Puttur</a:t>
            </a:r>
            <a:endParaRPr lang="en-IN" sz="1400" b="0" strike="noStrike" spc="-1">
              <a:latin typeface="Times New Roman"/>
            </a:endParaRPr>
          </a:p>
        </p:txBody>
      </p:sp>
    </p:spTree>
    <p:extLst>
      <p:ext uri="{BB962C8B-B14F-4D97-AF65-F5344CB8AC3E}">
        <p14:creationId xmlns:p14="http://schemas.microsoft.com/office/powerpoint/2010/main" val="16604019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0013" y="763588"/>
            <a:ext cx="5030787" cy="37719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idx="10"/>
          </p:nvPr>
        </p:nvSpPr>
        <p:spPr/>
        <p:txBody>
          <a:bodyPr/>
          <a:lstStyle/>
          <a:p>
            <a:pPr algn="r">
              <a:buNone/>
            </a:pPr>
            <a:fld id="{D3E060D5-D088-46B6-B870-3D203A0E9FCD}" type="slidenum">
              <a:rPr lang="en-IN" sz="1400" b="0" strike="noStrike" spc="-1" smtClean="0">
                <a:latin typeface="Times New Roman"/>
              </a:rPr>
              <a:t>4</a:t>
            </a:fld>
            <a:endParaRPr lang="en-IN" sz="1400" b="0" strike="noStrike" spc="-1">
              <a:latin typeface="Times New Roman"/>
            </a:endParaRPr>
          </a:p>
        </p:txBody>
      </p:sp>
      <p:sp>
        <p:nvSpPr>
          <p:cNvPr id="5" name="Footer Placeholder 4"/>
          <p:cNvSpPr>
            <a:spLocks noGrp="1"/>
          </p:cNvSpPr>
          <p:nvPr>
            <p:ph type="ftr" idx="11"/>
          </p:nvPr>
        </p:nvSpPr>
        <p:spPr/>
        <p:txBody>
          <a:bodyPr/>
          <a:lstStyle/>
          <a:p>
            <a:r>
              <a:rPr lang="en-US" sz="1400" b="0" strike="noStrike" spc="-1">
                <a:latin typeface="Times New Roman"/>
              </a:rPr>
              <a:t>Dept of MCA, VCET Puttur</a:t>
            </a:r>
            <a:endParaRPr lang="en-IN" sz="1400" b="0" strike="noStrike" spc="-1">
              <a:latin typeface="Times New Roman"/>
            </a:endParaRPr>
          </a:p>
        </p:txBody>
      </p:sp>
    </p:spTree>
    <p:extLst>
      <p:ext uri="{BB962C8B-B14F-4D97-AF65-F5344CB8AC3E}">
        <p14:creationId xmlns:p14="http://schemas.microsoft.com/office/powerpoint/2010/main" val="1094388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5827-70DF-AEB0-A916-10772CEA0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2FA62-6997-520D-5C3E-1A27D618CE9F}"/>
              </a:ext>
            </a:extLst>
          </p:cNvPr>
          <p:cNvSpPr>
            <a:spLocks noGrp="1" noRot="1" noChangeAspect="1"/>
          </p:cNvSpPr>
          <p:nvPr>
            <p:ph type="sldImg"/>
          </p:nvPr>
        </p:nvSpPr>
        <p:spPr>
          <a:xfrm>
            <a:off x="1370013" y="763588"/>
            <a:ext cx="5030787" cy="3771900"/>
          </a:xfrm>
        </p:spPr>
      </p:sp>
      <p:sp>
        <p:nvSpPr>
          <p:cNvPr id="3" name="Notes Placeholder 2">
            <a:extLst>
              <a:ext uri="{FF2B5EF4-FFF2-40B4-BE49-F238E27FC236}">
                <a16:creationId xmlns:a16="http://schemas.microsoft.com/office/drawing/2014/main" id="{6BA97792-EB98-844E-CCF8-3E955EAAED1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E72B5EF-62F9-ED22-C5C1-ED53C76B0E86}"/>
              </a:ext>
            </a:extLst>
          </p:cNvPr>
          <p:cNvSpPr>
            <a:spLocks noGrp="1"/>
          </p:cNvSpPr>
          <p:nvPr>
            <p:ph type="sldNum" idx="10"/>
          </p:nvPr>
        </p:nvSpPr>
        <p:spPr/>
        <p:txBody>
          <a:bodyPr/>
          <a:lstStyle/>
          <a:p>
            <a:pPr algn="r">
              <a:buNone/>
            </a:pPr>
            <a:fld id="{D3E060D5-D088-46B6-B870-3D203A0E9FCD}" type="slidenum">
              <a:rPr lang="en-IN" sz="1400" b="0" strike="noStrike" spc="-1" smtClean="0">
                <a:latin typeface="Times New Roman"/>
              </a:rPr>
              <a:t>5</a:t>
            </a:fld>
            <a:endParaRPr lang="en-IN" sz="1400" b="0" strike="noStrike" spc="-1">
              <a:latin typeface="Times New Roman"/>
            </a:endParaRPr>
          </a:p>
        </p:txBody>
      </p:sp>
      <p:sp>
        <p:nvSpPr>
          <p:cNvPr id="5" name="Footer Placeholder 4">
            <a:extLst>
              <a:ext uri="{FF2B5EF4-FFF2-40B4-BE49-F238E27FC236}">
                <a16:creationId xmlns:a16="http://schemas.microsoft.com/office/drawing/2014/main" id="{06C488A6-DEB5-B16B-B321-C3E3BB527FD5}"/>
              </a:ext>
            </a:extLst>
          </p:cNvPr>
          <p:cNvSpPr>
            <a:spLocks noGrp="1"/>
          </p:cNvSpPr>
          <p:nvPr>
            <p:ph type="ftr" idx="11"/>
          </p:nvPr>
        </p:nvSpPr>
        <p:spPr/>
        <p:txBody>
          <a:bodyPr/>
          <a:lstStyle/>
          <a:p>
            <a:r>
              <a:rPr lang="en-US" sz="1400" b="0" strike="noStrike" spc="-1">
                <a:latin typeface="Times New Roman"/>
              </a:rPr>
              <a:t>Dept of MCA, VCET Puttur</a:t>
            </a:r>
            <a:endParaRPr lang="en-IN" sz="1400" b="0" strike="noStrike" spc="-1">
              <a:latin typeface="Times New Roman"/>
            </a:endParaRPr>
          </a:p>
        </p:txBody>
      </p:sp>
    </p:spTree>
    <p:extLst>
      <p:ext uri="{BB962C8B-B14F-4D97-AF65-F5344CB8AC3E}">
        <p14:creationId xmlns:p14="http://schemas.microsoft.com/office/powerpoint/2010/main" val="26569665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0013" y="763588"/>
            <a:ext cx="5030787" cy="3771900"/>
          </a:xfrm>
        </p:spPr>
      </p:sp>
      <p:sp>
        <p:nvSpPr>
          <p:cNvPr id="3" name="Notes Placeholder 2"/>
          <p:cNvSpPr>
            <a:spLocks noGrp="1"/>
          </p:cNvSpPr>
          <p:nvPr>
            <p:ph type="body" idx="1"/>
          </p:nvPr>
        </p:nvSpPr>
        <p:spPr/>
        <p:txBody>
          <a:bodyPr/>
          <a:lstStyle/>
          <a:p>
            <a:r>
              <a:rPr lang="en-US" dirty="0"/>
              <a:t>Important features are extracted and given to the machine learning model for analysis. </a:t>
            </a:r>
            <a:endParaRPr lang="en-IN" dirty="0"/>
          </a:p>
        </p:txBody>
      </p:sp>
      <p:sp>
        <p:nvSpPr>
          <p:cNvPr id="4" name="Footer Placeholder 3"/>
          <p:cNvSpPr>
            <a:spLocks noGrp="1"/>
          </p:cNvSpPr>
          <p:nvPr>
            <p:ph type="ftr" idx="4"/>
          </p:nvPr>
        </p:nvSpPr>
        <p:spPr/>
        <p:txBody>
          <a:bodyPr/>
          <a:lstStyle/>
          <a:p>
            <a:r>
              <a:rPr lang="en-US" sz="1400" b="0" strike="noStrike" spc="-1">
                <a:latin typeface="Times New Roman"/>
              </a:rPr>
              <a:t>Dept of MCA, VCET Puttur</a:t>
            </a:r>
            <a:endParaRPr lang="en-IN" sz="1400" b="0" strike="noStrike" spc="-1">
              <a:latin typeface="Times New Roman"/>
            </a:endParaRPr>
          </a:p>
        </p:txBody>
      </p:sp>
      <p:sp>
        <p:nvSpPr>
          <p:cNvPr id="5" name="Slide Number Placeholder 4"/>
          <p:cNvSpPr>
            <a:spLocks noGrp="1"/>
          </p:cNvSpPr>
          <p:nvPr>
            <p:ph type="sldNum" idx="5"/>
          </p:nvPr>
        </p:nvSpPr>
        <p:spPr/>
        <p:txBody>
          <a:bodyPr/>
          <a:lstStyle/>
          <a:p>
            <a:pPr algn="r">
              <a:buNone/>
            </a:pPr>
            <a:fld id="{D3E060D5-D088-46B6-B870-3D203A0E9FCD}" type="slidenum">
              <a:rPr lang="en-IN" sz="1400" b="0" strike="noStrike" spc="-1" smtClean="0">
                <a:latin typeface="Times New Roman"/>
              </a:rPr>
              <a:t>12</a:t>
            </a:fld>
            <a:endParaRPr lang="en-IN" sz="1400" b="0" strike="noStrike" spc="-1">
              <a:latin typeface="Times New Roman"/>
            </a:endParaRPr>
          </a:p>
        </p:txBody>
      </p:sp>
    </p:spTree>
    <p:extLst>
      <p:ext uri="{BB962C8B-B14F-4D97-AF65-F5344CB8AC3E}">
        <p14:creationId xmlns:p14="http://schemas.microsoft.com/office/powerpoint/2010/main" val="120326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lstStyle/>
          <a:p>
            <a:fld id="{E305C2ED-07D6-47CE-A042-F19CB4F3D430}"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 name="PlaceHolder 2"/>
          <p:cNvSpPr>
            <a:spLocks noGrp="1"/>
          </p:cNvSpPr>
          <p:nvPr>
            <p:ph type="subTitle"/>
          </p:nvPr>
        </p:nvSpPr>
        <p:spPr>
          <a:xfrm>
            <a:off x="238680" y="1262160"/>
            <a:ext cx="8719560" cy="4740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sldNum" idx="1"/>
          </p:nvPr>
        </p:nvSpPr>
        <p:spPr/>
        <p:txBody>
          <a:bodyPr/>
          <a:lstStyle/>
          <a:p>
            <a:fld id="{6064E386-EFDD-4DA0-95B6-CD320D41C8D2}"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8" name="PlaceHolder 2"/>
          <p:cNvSpPr>
            <a:spLocks noGrp="1"/>
          </p:cNvSpPr>
          <p:nvPr>
            <p:ph/>
          </p:nvPr>
        </p:nvSpPr>
        <p:spPr>
          <a:xfrm>
            <a:off x="238680" y="1262160"/>
            <a:ext cx="871956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 name="PlaceHolder 3"/>
          <p:cNvSpPr>
            <a:spLocks noGrp="1"/>
          </p:cNvSpPr>
          <p:nvPr>
            <p:ph type="sldNum" idx="1"/>
          </p:nvPr>
        </p:nvSpPr>
        <p:spPr/>
        <p:txBody>
          <a:bodyPr/>
          <a:lstStyle/>
          <a:p>
            <a:fld id="{5219FEC3-2CD1-4A43-B22B-4AA4F35B37CC}"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0"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1"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1"/>
          </p:nvPr>
        </p:nvSpPr>
        <p:spPr/>
        <p:txBody>
          <a:bodyPr/>
          <a:lstStyle/>
          <a:p>
            <a:fld id="{E7734F62-50B0-4DFF-B9A6-15E8FBFBDC66}"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 name="PlaceHolder 2"/>
          <p:cNvSpPr>
            <a:spLocks noGrp="1"/>
          </p:cNvSpPr>
          <p:nvPr>
            <p:ph type="sldNum" idx="1"/>
          </p:nvPr>
        </p:nvSpPr>
        <p:spPr/>
        <p:txBody>
          <a:bodyPr/>
          <a:lstStyle/>
          <a:p>
            <a:fld id="{D3ABBD35-D23D-4CF5-A0D8-019F26A1C65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238680" y="185400"/>
            <a:ext cx="8719560" cy="44384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sldNum" idx="1"/>
          </p:nvPr>
        </p:nvSpPr>
        <p:spPr/>
        <p:txBody>
          <a:bodyPr/>
          <a:lstStyle/>
          <a:p>
            <a:fld id="{6B140B27-1975-4179-8BC0-8930A487D9E3}"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5"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6"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17"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219A65F4-7C98-4DBD-AD1E-CA540CA0D2C0}"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19"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0"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1" name="PlaceHolder 4"/>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C23E8706-D7A0-4BC2-872D-F407A8A30B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23"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4"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5" name="PlaceHolder 4"/>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1"/>
          </p:nvPr>
        </p:nvSpPr>
        <p:spPr/>
        <p:txBody>
          <a:bodyPr/>
          <a:lstStyle/>
          <a:p>
            <a:fld id="{74656DA3-311B-48F4-BFB8-B8076B2BCFD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27" name="PlaceHolder 2"/>
          <p:cNvSpPr>
            <a:spLocks noGrp="1"/>
          </p:cNvSpPr>
          <p:nvPr>
            <p:ph/>
          </p:nvPr>
        </p:nvSpPr>
        <p:spPr>
          <a:xfrm>
            <a:off x="238680" y="126216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28" name="PlaceHolder 3"/>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1"/>
          </p:nvPr>
        </p:nvSpPr>
        <p:spPr/>
        <p:txBody>
          <a:bodyPr/>
          <a:lstStyle/>
          <a:p>
            <a:fld id="{796138D3-3942-4AA0-8C28-96EB97EF3DE0}"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0"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1"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2"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3" name="PlaceHolder 5"/>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 name="PlaceHolder 6"/>
          <p:cNvSpPr>
            <a:spLocks noGrp="1"/>
          </p:cNvSpPr>
          <p:nvPr>
            <p:ph type="sldNum" idx="1"/>
          </p:nvPr>
        </p:nvSpPr>
        <p:spPr/>
        <p:txBody>
          <a:bodyPr/>
          <a:lstStyle/>
          <a:p>
            <a:fld id="{CA751BC5-D854-466C-B077-6F8B34CC7F0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5" name="PlaceHolder 2"/>
          <p:cNvSpPr>
            <a:spLocks noGrp="1"/>
          </p:cNvSpPr>
          <p:nvPr>
            <p:ph/>
          </p:nvPr>
        </p:nvSpPr>
        <p:spPr>
          <a:xfrm>
            <a:off x="23868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6" name="PlaceHolder 3"/>
          <p:cNvSpPr>
            <a:spLocks noGrp="1"/>
          </p:cNvSpPr>
          <p:nvPr>
            <p:ph/>
          </p:nvPr>
        </p:nvSpPr>
        <p:spPr>
          <a:xfrm>
            <a:off x="318672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7" name="PlaceHolder 4"/>
          <p:cNvSpPr>
            <a:spLocks noGrp="1"/>
          </p:cNvSpPr>
          <p:nvPr>
            <p:ph/>
          </p:nvPr>
        </p:nvSpPr>
        <p:spPr>
          <a:xfrm>
            <a:off x="613476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8" name="PlaceHolder 5"/>
          <p:cNvSpPr>
            <a:spLocks noGrp="1"/>
          </p:cNvSpPr>
          <p:nvPr>
            <p:ph/>
          </p:nvPr>
        </p:nvSpPr>
        <p:spPr>
          <a:xfrm>
            <a:off x="23868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39" name="PlaceHolder 6"/>
          <p:cNvSpPr>
            <a:spLocks noGrp="1"/>
          </p:cNvSpPr>
          <p:nvPr>
            <p:ph/>
          </p:nvPr>
        </p:nvSpPr>
        <p:spPr>
          <a:xfrm>
            <a:off x="318672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0" name="PlaceHolder 7"/>
          <p:cNvSpPr>
            <a:spLocks noGrp="1"/>
          </p:cNvSpPr>
          <p:nvPr>
            <p:ph/>
          </p:nvPr>
        </p:nvSpPr>
        <p:spPr>
          <a:xfrm>
            <a:off x="613476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9" name="PlaceHolder 8"/>
          <p:cNvSpPr>
            <a:spLocks noGrp="1"/>
          </p:cNvSpPr>
          <p:nvPr>
            <p:ph type="sldNum" idx="1"/>
          </p:nvPr>
        </p:nvSpPr>
        <p:spPr/>
        <p:txBody>
          <a:bodyPr/>
          <a:lstStyle/>
          <a:p>
            <a:fld id="{10BFF196-D369-453F-A80B-8A16B5E0C858}"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97079C45-AA8B-4BC2-BFAE-7D27532C2935}"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48" name="PlaceHolder 2"/>
          <p:cNvSpPr>
            <a:spLocks noGrp="1"/>
          </p:cNvSpPr>
          <p:nvPr>
            <p:ph type="subTitle"/>
          </p:nvPr>
        </p:nvSpPr>
        <p:spPr>
          <a:xfrm>
            <a:off x="238680" y="1262160"/>
            <a:ext cx="8719560" cy="4740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sldNum" idx="2"/>
          </p:nvPr>
        </p:nvSpPr>
        <p:spPr/>
        <p:txBody>
          <a:bodyPr/>
          <a:lstStyle/>
          <a:p>
            <a:fld id="{9C81CE2F-BE4E-4AC2-A647-0449FF65CCC7}"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0" name="PlaceHolder 2"/>
          <p:cNvSpPr>
            <a:spLocks noGrp="1"/>
          </p:cNvSpPr>
          <p:nvPr>
            <p:ph/>
          </p:nvPr>
        </p:nvSpPr>
        <p:spPr>
          <a:xfrm>
            <a:off x="238680" y="1262160"/>
            <a:ext cx="871956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4" name="PlaceHolder 3"/>
          <p:cNvSpPr>
            <a:spLocks noGrp="1"/>
          </p:cNvSpPr>
          <p:nvPr>
            <p:ph type="sldNum" idx="2"/>
          </p:nvPr>
        </p:nvSpPr>
        <p:spPr/>
        <p:txBody>
          <a:bodyPr/>
          <a:lstStyle/>
          <a:p>
            <a:fld id="{1152325F-1597-437E-9935-C94423CA07A1}"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2"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3"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2"/>
          </p:nvPr>
        </p:nvSpPr>
        <p:spPr/>
        <p:txBody>
          <a:bodyPr/>
          <a:lstStyle/>
          <a:p>
            <a:fld id="{D5EC9679-FF61-4250-9314-422C2D472EAF}"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3" name="PlaceHolder 2"/>
          <p:cNvSpPr>
            <a:spLocks noGrp="1"/>
          </p:cNvSpPr>
          <p:nvPr>
            <p:ph type="sldNum" idx="2"/>
          </p:nvPr>
        </p:nvSpPr>
        <p:spPr/>
        <p:txBody>
          <a:bodyPr/>
          <a:lstStyle/>
          <a:p>
            <a:fld id="{238F18A7-2ECB-4E82-A9BA-B59817135937}"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238680" y="185400"/>
            <a:ext cx="8719560" cy="44384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sldNum" idx="2"/>
          </p:nvPr>
        </p:nvSpPr>
        <p:spPr/>
        <p:txBody>
          <a:bodyPr/>
          <a:lstStyle/>
          <a:p>
            <a:fld id="{673FF80D-1D2F-4CB1-855A-6B7CF11D32EA}"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57"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8" name="PlaceHolder 3"/>
          <p:cNvSpPr>
            <a:spLocks noGrp="1"/>
          </p:cNvSpPr>
          <p:nvPr>
            <p:ph/>
          </p:nvPr>
        </p:nvSpPr>
        <p:spPr>
          <a:xfrm>
            <a:off x="470664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9"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50C38BE3-A24F-4720-A176-0453EA17B985}"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1" name="PlaceHolder 2"/>
          <p:cNvSpPr>
            <a:spLocks noGrp="1"/>
          </p:cNvSpPr>
          <p:nvPr>
            <p:ph/>
          </p:nvPr>
        </p:nvSpPr>
        <p:spPr>
          <a:xfrm>
            <a:off x="238680" y="1262160"/>
            <a:ext cx="4254840" cy="474084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2"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3" name="PlaceHolder 4"/>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D625F6AF-FEA6-4769-BDA2-8636FFFE7F4D}" type="slidenum">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5"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6"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7" name="PlaceHolder 4"/>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6" name="PlaceHolder 5"/>
          <p:cNvSpPr>
            <a:spLocks noGrp="1"/>
          </p:cNvSpPr>
          <p:nvPr>
            <p:ph type="sldNum" idx="2"/>
          </p:nvPr>
        </p:nvSpPr>
        <p:spPr/>
        <p:txBody>
          <a:bodyPr/>
          <a:lstStyle/>
          <a:p>
            <a:fld id="{23CFBFA0-B6D3-4C28-BE6A-B7D979810D49}"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69" name="PlaceHolder 2"/>
          <p:cNvSpPr>
            <a:spLocks noGrp="1"/>
          </p:cNvSpPr>
          <p:nvPr>
            <p:ph/>
          </p:nvPr>
        </p:nvSpPr>
        <p:spPr>
          <a:xfrm>
            <a:off x="238680" y="126216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0" name="PlaceHolder 3"/>
          <p:cNvSpPr>
            <a:spLocks noGrp="1"/>
          </p:cNvSpPr>
          <p:nvPr>
            <p:ph/>
          </p:nvPr>
        </p:nvSpPr>
        <p:spPr>
          <a:xfrm>
            <a:off x="238680" y="3738600"/>
            <a:ext cx="871956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5" name="PlaceHolder 4"/>
          <p:cNvSpPr>
            <a:spLocks noGrp="1"/>
          </p:cNvSpPr>
          <p:nvPr>
            <p:ph type="sldNum" idx="2"/>
          </p:nvPr>
        </p:nvSpPr>
        <p:spPr/>
        <p:txBody>
          <a:bodyPr/>
          <a:lstStyle/>
          <a:p>
            <a:fld id="{A6D93309-141D-46A0-A43C-764247485F1D}" type="slidenum">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72" name="PlaceHolder 2"/>
          <p:cNvSpPr>
            <a:spLocks noGrp="1"/>
          </p:cNvSpPr>
          <p:nvPr>
            <p:ph/>
          </p:nvPr>
        </p:nvSpPr>
        <p:spPr>
          <a:xfrm>
            <a:off x="23868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3" name="PlaceHolder 3"/>
          <p:cNvSpPr>
            <a:spLocks noGrp="1"/>
          </p:cNvSpPr>
          <p:nvPr>
            <p:ph/>
          </p:nvPr>
        </p:nvSpPr>
        <p:spPr>
          <a:xfrm>
            <a:off x="4706640" y="126216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4" name="PlaceHolder 4"/>
          <p:cNvSpPr>
            <a:spLocks noGrp="1"/>
          </p:cNvSpPr>
          <p:nvPr>
            <p:ph/>
          </p:nvPr>
        </p:nvSpPr>
        <p:spPr>
          <a:xfrm>
            <a:off x="23868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5" name="PlaceHolder 5"/>
          <p:cNvSpPr>
            <a:spLocks noGrp="1"/>
          </p:cNvSpPr>
          <p:nvPr>
            <p:ph/>
          </p:nvPr>
        </p:nvSpPr>
        <p:spPr>
          <a:xfrm>
            <a:off x="4706640" y="3738600"/>
            <a:ext cx="425484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 name="PlaceHolder 6"/>
          <p:cNvSpPr>
            <a:spLocks noGrp="1"/>
          </p:cNvSpPr>
          <p:nvPr>
            <p:ph type="sldNum" idx="2"/>
          </p:nvPr>
        </p:nvSpPr>
        <p:spPr/>
        <p:txBody>
          <a:bodyPr/>
          <a:lstStyle/>
          <a:p>
            <a:fld id="{39993FDB-A432-4BA0-9893-686D557B339C}"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238680" y="185400"/>
            <a:ext cx="8719560" cy="957240"/>
          </a:xfrm>
          <a:prstGeom prst="rect">
            <a:avLst/>
          </a:prstGeom>
          <a:noFill/>
          <a:ln w="0">
            <a:noFill/>
          </a:ln>
        </p:spPr>
        <p:txBody>
          <a:bodyPr lIns="0" tIns="0" rIns="0" bIns="0" anchor="ctr">
            <a:noAutofit/>
          </a:bodyPr>
          <a:lstStyle/>
          <a:p>
            <a:endParaRPr lang="en-US" sz="4400" b="0" strike="noStrike" spc="-1">
              <a:solidFill>
                <a:srgbClr val="000000"/>
              </a:solidFill>
              <a:latin typeface="Arial"/>
            </a:endParaRPr>
          </a:p>
        </p:txBody>
      </p:sp>
      <p:sp>
        <p:nvSpPr>
          <p:cNvPr id="77" name="PlaceHolder 2"/>
          <p:cNvSpPr>
            <a:spLocks noGrp="1"/>
          </p:cNvSpPr>
          <p:nvPr>
            <p:ph/>
          </p:nvPr>
        </p:nvSpPr>
        <p:spPr>
          <a:xfrm>
            <a:off x="23868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8" name="PlaceHolder 3"/>
          <p:cNvSpPr>
            <a:spLocks noGrp="1"/>
          </p:cNvSpPr>
          <p:nvPr>
            <p:ph/>
          </p:nvPr>
        </p:nvSpPr>
        <p:spPr>
          <a:xfrm>
            <a:off x="318672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79" name="PlaceHolder 4"/>
          <p:cNvSpPr>
            <a:spLocks noGrp="1"/>
          </p:cNvSpPr>
          <p:nvPr>
            <p:ph/>
          </p:nvPr>
        </p:nvSpPr>
        <p:spPr>
          <a:xfrm>
            <a:off x="6134760" y="126216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0" name="PlaceHolder 5"/>
          <p:cNvSpPr>
            <a:spLocks noGrp="1"/>
          </p:cNvSpPr>
          <p:nvPr>
            <p:ph/>
          </p:nvPr>
        </p:nvSpPr>
        <p:spPr>
          <a:xfrm>
            <a:off x="23868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1" name="PlaceHolder 6"/>
          <p:cNvSpPr>
            <a:spLocks noGrp="1"/>
          </p:cNvSpPr>
          <p:nvPr>
            <p:ph/>
          </p:nvPr>
        </p:nvSpPr>
        <p:spPr>
          <a:xfrm>
            <a:off x="318672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82" name="PlaceHolder 7"/>
          <p:cNvSpPr>
            <a:spLocks noGrp="1"/>
          </p:cNvSpPr>
          <p:nvPr>
            <p:ph/>
          </p:nvPr>
        </p:nvSpPr>
        <p:spPr>
          <a:xfrm>
            <a:off x="6134760" y="3738600"/>
            <a:ext cx="2807280" cy="2261160"/>
          </a:xfrm>
          <a:prstGeom prst="rect">
            <a:avLst/>
          </a:prstGeom>
          <a:noFill/>
          <a:ln w="0">
            <a:noFill/>
          </a:ln>
        </p:spPr>
        <p:txBody>
          <a:bodyPr lIns="0" tIns="0" rIns="0" bIns="0" anchor="t">
            <a:normAutofit/>
          </a:bodyPr>
          <a:lstStyle/>
          <a:p>
            <a:endParaRPr lang="en-US" sz="2400" b="0" strike="noStrike" spc="-1">
              <a:solidFill>
                <a:srgbClr val="000000"/>
              </a:solidFill>
              <a:latin typeface="Times New Roman"/>
            </a:endParaRPr>
          </a:p>
        </p:txBody>
      </p:sp>
      <p:sp>
        <p:nvSpPr>
          <p:cNvPr id="9" name="PlaceHolder 8"/>
          <p:cNvSpPr>
            <a:spLocks noGrp="1"/>
          </p:cNvSpPr>
          <p:nvPr>
            <p:ph type="sldNum" idx="2"/>
          </p:nvPr>
        </p:nvSpPr>
        <p:spPr/>
        <p:txBody>
          <a:bodyPr/>
          <a:lstStyle/>
          <a:p>
            <a:fld id="{A14AE350-2F30-48FB-8CD0-46107B94B9E7}"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2130480"/>
            <a:ext cx="7772040" cy="1469520"/>
          </a:xfrm>
          <a:prstGeom prst="rect">
            <a:avLst/>
          </a:prstGeom>
          <a:noFill/>
          <a:ln w="0">
            <a:noFill/>
          </a:ln>
        </p:spPr>
        <p:txBody>
          <a:bodyPr numCol="1" spcCol="0" anchor="ctr">
            <a:noAutofit/>
          </a:bodyPr>
          <a:lstStyle/>
          <a:p>
            <a:pPr algn="ctr">
              <a:lnSpc>
                <a:spcPct val="100000"/>
              </a:lnSpc>
              <a:buNone/>
            </a:pPr>
            <a:r>
              <a:rPr lang="en-US" sz="4400" b="0" strike="noStrike" spc="-1">
                <a:solidFill>
                  <a:srgbClr val="FF0000"/>
                </a:solidFill>
                <a:latin typeface="Times New Roman"/>
              </a:rPr>
              <a:t>Click to edit Master title style</a:t>
            </a:r>
            <a:endParaRPr lang="en-US" sz="4400" b="0" strike="noStrike" spc="-1">
              <a:solidFill>
                <a:srgbClr val="000000"/>
              </a:solidFill>
              <a:latin typeface="Arial"/>
            </a:endParaRPr>
          </a:p>
        </p:txBody>
      </p:sp>
      <p:sp>
        <p:nvSpPr>
          <p:cNvPr id="6" name="PlaceHolder 2"/>
          <p:cNvSpPr>
            <a:spLocks noGrp="1"/>
          </p:cNvSpPr>
          <p:nvPr>
            <p:ph type="sldNum" idx="1"/>
          </p:nvPr>
        </p:nvSpPr>
        <p:spPr>
          <a:xfrm>
            <a:off x="6553080" y="6248520"/>
            <a:ext cx="1904760" cy="456840"/>
          </a:xfrm>
          <a:prstGeom prst="rect">
            <a:avLst/>
          </a:prstGeom>
          <a:noFill/>
          <a:ln w="9360">
            <a:noFill/>
          </a:ln>
        </p:spPr>
        <p:txBody>
          <a:bodyPr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B964D109-1B33-477F-A782-09A66A90BBFD}" type="slidenum">
              <a:rPr lang="en-US" sz="1400" b="0" strike="noStrike" spc="-1">
                <a:solidFill>
                  <a:srgbClr val="000000"/>
                </a:solidFill>
                <a:latin typeface="Times New Roman"/>
              </a:rPr>
              <a:t>‹#›</a:t>
            </a:fld>
            <a:endParaRPr lang="en-IN" sz="1400" b="0" strike="noStrike" spc="-1">
              <a:latin typeface="Times New Roman"/>
            </a:endParaRPr>
          </a:p>
        </p:txBody>
      </p:sp>
      <p:sp>
        <p:nvSpPr>
          <p:cNvPr id="2" name="PlaceHolder 3"/>
          <p:cNvSpPr>
            <a:spLocks noGrp="1"/>
          </p:cNvSpPr>
          <p:nvPr>
            <p:ph type="body"/>
          </p:nvPr>
        </p:nvSpPr>
        <p:spPr>
          <a:xfrm>
            <a:off x="410760" y="144000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2400" b="0" strike="noStrike" spc="-1">
                <a:solidFill>
                  <a:srgbClr val="000000"/>
                </a:solidFill>
                <a:latin typeface="Times New Roman"/>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Times New Roman"/>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Times New Roman"/>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Times New Roman"/>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Times New Roman"/>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Times New Roman"/>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Times New Roman"/>
              </a:rPr>
              <a:t>Seventh Outline Level</a:t>
            </a:r>
          </a:p>
        </p:txBody>
      </p:sp>
      <p:sp>
        <p:nvSpPr>
          <p:cNvPr id="3" name="Rectangle 2"/>
          <p:cNvSpPr/>
          <p:nvPr/>
        </p:nvSpPr>
        <p:spPr>
          <a:xfrm>
            <a:off x="-180000" y="0"/>
            <a:ext cx="9540000" cy="720000"/>
          </a:xfrm>
          <a:prstGeom prst="rect">
            <a:avLst/>
          </a:prstGeom>
          <a:solidFill>
            <a:srgbClr val="103D6D"/>
          </a:solidFill>
          <a:ln w="0">
            <a:solidFill>
              <a:srgbClr val="3465A4"/>
            </a:solidFill>
          </a:ln>
        </p:spPr>
        <p:style>
          <a:lnRef idx="0">
            <a:scrgbClr r="0" g="0" b="0"/>
          </a:lnRef>
          <a:fillRef idx="0">
            <a:scrgbClr r="0" g="0" b="0"/>
          </a:fillRef>
          <a:effectRef idx="0">
            <a:scrgbClr r="0" g="0" b="0"/>
          </a:effectRef>
          <a:fontRef idx="minor"/>
        </p:style>
        <p:txBody>
          <a:bodyPr/>
          <a:lstStyle/>
          <a:p>
            <a:endParaRPr lang="en-IN"/>
          </a:p>
        </p:txBody>
      </p:sp>
      <p:sp>
        <p:nvSpPr>
          <p:cNvPr id="4" name="Rectangle 1"/>
          <p:cNvSpPr txBox="1"/>
          <p:nvPr/>
        </p:nvSpPr>
        <p:spPr>
          <a:xfrm>
            <a:off x="720000" y="180360"/>
            <a:ext cx="7737840" cy="383400"/>
          </a:xfrm>
          <a:prstGeom prst="rect">
            <a:avLst/>
          </a:prstGeom>
          <a:noFill/>
          <a:ln w="0">
            <a:noFill/>
          </a:ln>
        </p:spPr>
        <p:txBody>
          <a:bodyPr numCol="1" spcCol="0" anchor="t">
            <a:noAutofit/>
          </a:bodyPr>
          <a:lstStyle/>
          <a:p>
            <a:pPr algn="ctr">
              <a:lnSpc>
                <a:spcPct val="100000"/>
              </a:lnSpc>
              <a:spcBef>
                <a:spcPts val="1080"/>
              </a:spcBef>
              <a:buNone/>
              <a:tabLst>
                <a:tab pos="0" algn="l"/>
              </a:tabLst>
            </a:pPr>
            <a:r>
              <a:rPr lang="en-US" sz="2400" b="1" strike="noStrike" spc="-1">
                <a:solidFill>
                  <a:srgbClr val="FFFFFF"/>
                </a:solidFill>
                <a:latin typeface="Times New Roman"/>
              </a:rPr>
              <a:t>DEPARTMENT OF MCA</a:t>
            </a:r>
            <a:endParaRPr lang="en-IN" sz="2400" b="0" strike="noStrike" spc="-1">
              <a:solidFill>
                <a:srgbClr val="FFFFFF"/>
              </a:solidFill>
              <a:latin typeface="Aria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38680" y="185400"/>
            <a:ext cx="8719560" cy="957240"/>
          </a:xfrm>
          <a:prstGeom prst="rect">
            <a:avLst/>
          </a:prstGeom>
          <a:noFill/>
          <a:ln w="0">
            <a:noFill/>
          </a:ln>
        </p:spPr>
        <p:txBody>
          <a:bodyPr numCol="1" spcCol="0" anchor="ctr">
            <a:noAutofit/>
          </a:bodyPr>
          <a:lstStyle/>
          <a:p>
            <a:pPr algn="ctr">
              <a:lnSpc>
                <a:spcPct val="100000"/>
              </a:lnSpc>
              <a:buNone/>
            </a:pPr>
            <a:r>
              <a:rPr lang="en-US" sz="4400" b="0" strike="noStrike" spc="-1">
                <a:solidFill>
                  <a:srgbClr val="FF0000"/>
                </a:solidFill>
                <a:latin typeface="Times New Roman"/>
              </a:rPr>
              <a:t>Click to edit Master title style</a:t>
            </a:r>
            <a:endParaRPr lang="en-US" sz="4400" b="0" strike="noStrike" spc="-1">
              <a:solidFill>
                <a:srgbClr val="000000"/>
              </a:solidFill>
              <a:latin typeface="Arial"/>
            </a:endParaRPr>
          </a:p>
        </p:txBody>
      </p:sp>
      <p:sp>
        <p:nvSpPr>
          <p:cNvPr id="42" name="PlaceHolder 2"/>
          <p:cNvSpPr>
            <a:spLocks noGrp="1"/>
          </p:cNvSpPr>
          <p:nvPr>
            <p:ph type="body"/>
          </p:nvPr>
        </p:nvSpPr>
        <p:spPr>
          <a:xfrm>
            <a:off x="238680" y="1262160"/>
            <a:ext cx="8719560" cy="4740840"/>
          </a:xfrm>
          <a:prstGeom prst="rect">
            <a:avLst/>
          </a:prstGeom>
          <a:noFill/>
          <a:ln w="0">
            <a:noFill/>
          </a:ln>
        </p:spPr>
        <p:txBody>
          <a:bodyPr numCol="1" spcCol="0" anchor="t">
            <a:noAutofit/>
          </a:bodyPr>
          <a:lstStyle/>
          <a:p>
            <a:pPr marL="432000" indent="-324000">
              <a:lnSpc>
                <a:spcPct val="100000"/>
              </a:lnSpc>
              <a:spcBef>
                <a:spcPts val="479"/>
              </a:spcBef>
              <a:buClr>
                <a:srgbClr val="000000"/>
              </a:buClr>
              <a:buSzPct val="45000"/>
              <a:buFont typeface="Wingdings" charset="2"/>
              <a:buChar char=""/>
            </a:pPr>
            <a:r>
              <a:rPr lang="en-US" sz="2400" b="0" strike="noStrike" spc="-1">
                <a:solidFill>
                  <a:srgbClr val="000000"/>
                </a:solidFill>
                <a:latin typeface="Times New Roman"/>
              </a:rPr>
              <a:t>Click to edit Master text styles</a:t>
            </a:r>
          </a:p>
          <a:p>
            <a:pPr marL="864000" lvl="1" indent="-324000">
              <a:lnSpc>
                <a:spcPct val="100000"/>
              </a:lnSpc>
              <a:spcBef>
                <a:spcPts val="561"/>
              </a:spcBef>
              <a:buClr>
                <a:srgbClr val="000000"/>
              </a:buClr>
              <a:buSzPct val="75000"/>
              <a:buFont typeface="Symbol" charset="2"/>
              <a:buChar char=""/>
            </a:pPr>
            <a:r>
              <a:rPr lang="en-US" sz="2800" b="0" strike="noStrike" spc="-1">
                <a:solidFill>
                  <a:srgbClr val="000000"/>
                </a:solidFill>
                <a:latin typeface="Times New Roman"/>
              </a:rPr>
              <a:t>Second level</a:t>
            </a:r>
          </a:p>
          <a:p>
            <a:pPr marL="1296000" lvl="2" indent="-288000">
              <a:lnSpc>
                <a:spcPct val="100000"/>
              </a:lnSpc>
              <a:spcBef>
                <a:spcPts val="479"/>
              </a:spcBef>
              <a:buClr>
                <a:srgbClr val="000000"/>
              </a:buClr>
              <a:buSzPct val="45000"/>
              <a:buFont typeface="Wingdings" charset="2"/>
              <a:buChar char=""/>
            </a:pPr>
            <a:r>
              <a:rPr lang="en-US" sz="2400" b="0" strike="noStrike" spc="-1">
                <a:solidFill>
                  <a:srgbClr val="000000"/>
                </a:solidFill>
                <a:latin typeface="Times New Roman"/>
              </a:rPr>
              <a:t>Third level</a:t>
            </a:r>
          </a:p>
          <a:p>
            <a:pPr marL="1728000" lvl="3" indent="-216000">
              <a:lnSpc>
                <a:spcPct val="100000"/>
              </a:lnSpc>
              <a:spcBef>
                <a:spcPts val="400"/>
              </a:spcBef>
              <a:buClr>
                <a:srgbClr val="000000"/>
              </a:buClr>
              <a:buSzPct val="75000"/>
              <a:buFont typeface="Symbol" charset="2"/>
              <a:buChar char=""/>
            </a:pPr>
            <a:r>
              <a:rPr lang="en-US" sz="2000" b="0" strike="noStrike" spc="-1">
                <a:solidFill>
                  <a:srgbClr val="000000"/>
                </a:solidFill>
                <a:latin typeface="Times New Roman"/>
              </a:rPr>
              <a:t>Fourth level</a:t>
            </a:r>
          </a:p>
          <a:p>
            <a:pPr marL="2160000" lvl="4" indent="-216000">
              <a:lnSpc>
                <a:spcPct val="100000"/>
              </a:lnSpc>
              <a:spcBef>
                <a:spcPts val="400"/>
              </a:spcBef>
              <a:buClr>
                <a:srgbClr val="000000"/>
              </a:buClr>
              <a:buSzPct val="45000"/>
              <a:buFont typeface="Wingdings" charset="2"/>
              <a:buChar char=""/>
            </a:pPr>
            <a:r>
              <a:rPr lang="en-US" sz="2000" b="0" strike="noStrike" spc="-1">
                <a:solidFill>
                  <a:srgbClr val="000000"/>
                </a:solidFill>
                <a:latin typeface="Times New Roman"/>
              </a:rPr>
              <a:t>Fifth level</a:t>
            </a:r>
          </a:p>
        </p:txBody>
      </p:sp>
      <p:sp>
        <p:nvSpPr>
          <p:cNvPr id="43" name="PlaceHolder 3"/>
          <p:cNvSpPr>
            <a:spLocks noGrp="1"/>
          </p:cNvSpPr>
          <p:nvPr>
            <p:ph type="sldNum" idx="2"/>
          </p:nvPr>
        </p:nvSpPr>
        <p:spPr>
          <a:xfrm>
            <a:off x="6553080" y="6392520"/>
            <a:ext cx="1904760" cy="456840"/>
          </a:xfrm>
          <a:prstGeom prst="rect">
            <a:avLst/>
          </a:prstGeom>
          <a:noFill/>
          <a:ln w="9360">
            <a:noFill/>
          </a:ln>
        </p:spPr>
        <p:txBody>
          <a:bodyPr numCol="1" spcCol="0" anchor="t">
            <a:noAutofit/>
          </a:bodyPr>
          <a:lstStyle>
            <a:lvl1pPr algn="r">
              <a:lnSpc>
                <a:spcPct val="100000"/>
              </a:lnSpc>
              <a:buNone/>
              <a:defRPr lang="en-US" sz="1400" b="0" strike="noStrike" spc="-1">
                <a:solidFill>
                  <a:srgbClr val="000000"/>
                </a:solidFill>
                <a:latin typeface="Times New Roman"/>
              </a:defRPr>
            </a:lvl1pPr>
          </a:lstStyle>
          <a:p>
            <a:pPr algn="r">
              <a:lnSpc>
                <a:spcPct val="100000"/>
              </a:lnSpc>
              <a:buNone/>
            </a:pPr>
            <a:fld id="{920DC96D-18ED-4D55-BC2F-304C74A1DE84}" type="slidenum">
              <a:rPr lang="en-US" sz="1400" b="0" strike="noStrike" spc="-1">
                <a:solidFill>
                  <a:srgbClr val="000000"/>
                </a:solidFill>
                <a:latin typeface="Times New Roman"/>
              </a:rPr>
              <a:t>‹#›</a:t>
            </a:fld>
            <a:endParaRPr lang="en-IN" sz="1400" b="0" strike="noStrike" spc="-1">
              <a:latin typeface="Times New Roman"/>
            </a:endParaRPr>
          </a:p>
        </p:txBody>
      </p:sp>
      <p:sp>
        <p:nvSpPr>
          <p:cNvPr id="44" name="Straight Connector 6"/>
          <p:cNvSpPr/>
          <p:nvPr/>
        </p:nvSpPr>
        <p:spPr>
          <a:xfrm flipV="1">
            <a:off x="238320" y="6275880"/>
            <a:ext cx="8719920" cy="39600"/>
          </a:xfrm>
          <a:prstGeom prst="line">
            <a:avLst/>
          </a:prstGeom>
          <a:ln w="38160">
            <a:solidFill>
              <a:srgbClr val="000000"/>
            </a:solidFill>
            <a:round/>
          </a:ln>
        </p:spPr>
        <p:style>
          <a:lnRef idx="0">
            <a:scrgbClr r="0" g="0" b="0"/>
          </a:lnRef>
          <a:fillRef idx="0">
            <a:scrgbClr r="0" g="0" b="0"/>
          </a:fillRef>
          <a:effectRef idx="0">
            <a:scrgbClr r="0" g="0" b="0"/>
          </a:effectRef>
          <a:fontRef idx="minor"/>
        </p:style>
        <p:txBody>
          <a:bodyPr/>
          <a:lstStyle/>
          <a:p>
            <a:endParaRPr lang="en-IN"/>
          </a:p>
        </p:txBody>
      </p:sp>
      <p:pic>
        <p:nvPicPr>
          <p:cNvPr id="45" name="Picture 44"/>
          <p:cNvPicPr/>
          <p:nvPr/>
        </p:nvPicPr>
        <p:blipFill>
          <a:blip r:embed="rId14">
            <a:alphaModFix amt="20000"/>
          </a:blip>
          <a:stretch/>
        </p:blipFill>
        <p:spPr>
          <a:xfrm>
            <a:off x="1620000" y="720000"/>
            <a:ext cx="5400000" cy="5400000"/>
          </a:xfrm>
          <a:prstGeom prst="rect">
            <a:avLst/>
          </a:prstGeom>
          <a:ln w="0">
            <a:noFill/>
          </a:ln>
        </p:spPr>
      </p:pic>
      <p:sp>
        <p:nvSpPr>
          <p:cNvPr id="46" name="Rectangle 5"/>
          <p:cNvSpPr txBox="1"/>
          <p:nvPr/>
        </p:nvSpPr>
        <p:spPr>
          <a:xfrm>
            <a:off x="259200" y="6392880"/>
            <a:ext cx="5688000" cy="456840"/>
          </a:xfrm>
          <a:prstGeom prst="rect">
            <a:avLst/>
          </a:prstGeom>
          <a:noFill/>
          <a:ln w="9360">
            <a:noFill/>
          </a:ln>
        </p:spPr>
        <p:txBody>
          <a:bodyPr numCol="1" spcCol="0" anchor="t">
            <a:noAutofit/>
          </a:bodyPr>
          <a:lstStyle/>
          <a:p>
            <a:pPr>
              <a:lnSpc>
                <a:spcPct val="100000"/>
              </a:lnSpc>
              <a:buNone/>
            </a:pPr>
            <a:r>
              <a:rPr lang="en-US" sz="1400" b="0" strike="noStrike" spc="-1">
                <a:solidFill>
                  <a:srgbClr val="000000"/>
                </a:solidFill>
                <a:latin typeface="Times New Roman"/>
              </a:rPr>
              <a:t>&lt;footer&gt;</a:t>
            </a:r>
            <a:endParaRPr lang="en-IN"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81000" y="5410200"/>
            <a:ext cx="4343400" cy="1063440"/>
          </a:xfrm>
          <a:prstGeom prst="rect">
            <a:avLst/>
          </a:prstGeom>
          <a:noFill/>
          <a:ln w="0">
            <a:noFill/>
          </a:ln>
        </p:spPr>
        <p:txBody>
          <a:bodyPr numCol="1" spcCol="0" anchor="ctr">
            <a:noAutofit/>
          </a:bodyPr>
          <a:lstStyle/>
          <a:p>
            <a:pPr>
              <a:lnSpc>
                <a:spcPct val="150000"/>
              </a:lnSpc>
              <a:buNone/>
            </a:pPr>
            <a:r>
              <a:rPr lang="en-US" sz="2400" b="1" strike="noStrike" spc="-1" dirty="0">
                <a:solidFill>
                  <a:srgbClr val="C00000"/>
                </a:solidFill>
                <a:latin typeface="Cambria" pitchFamily="18" charset="0"/>
                <a:ea typeface="Cambria" pitchFamily="18" charset="0"/>
              </a:rPr>
              <a:t>Presenter Name : Ruchitha K M</a:t>
            </a:r>
            <a:br>
              <a:rPr sz="2400" dirty="0">
                <a:solidFill>
                  <a:srgbClr val="C00000"/>
                </a:solidFill>
                <a:latin typeface="Cambria" pitchFamily="18" charset="0"/>
                <a:ea typeface="Cambria" pitchFamily="18" charset="0"/>
              </a:rPr>
            </a:br>
            <a:r>
              <a:rPr lang="en-US" sz="2400" b="1" strike="noStrike" spc="-1" dirty="0">
                <a:solidFill>
                  <a:srgbClr val="C00000"/>
                </a:solidFill>
                <a:latin typeface="Cambria" pitchFamily="18" charset="0"/>
                <a:ea typeface="Cambria" pitchFamily="18" charset="0"/>
              </a:rPr>
              <a:t>USN : 4VP24MC041</a:t>
            </a:r>
            <a:endParaRPr lang="en-US" sz="2400" b="0" strike="noStrike" spc="-1" dirty="0">
              <a:solidFill>
                <a:srgbClr val="C00000"/>
              </a:solidFill>
              <a:latin typeface="Cambria" pitchFamily="18" charset="0"/>
              <a:ea typeface="Cambria" pitchFamily="18" charset="0"/>
            </a:endParaRPr>
          </a:p>
        </p:txBody>
      </p:sp>
      <p:sp>
        <p:nvSpPr>
          <p:cNvPr id="90" name="PlaceHolder 2"/>
          <p:cNvSpPr>
            <a:spLocks noGrp="1"/>
          </p:cNvSpPr>
          <p:nvPr>
            <p:ph type="subTitle"/>
          </p:nvPr>
        </p:nvSpPr>
        <p:spPr>
          <a:xfrm>
            <a:off x="741771" y="712294"/>
            <a:ext cx="7737840" cy="1103400"/>
          </a:xfrm>
          <a:prstGeom prst="rect">
            <a:avLst/>
          </a:prstGeom>
          <a:noFill/>
          <a:ln w="0">
            <a:noFill/>
          </a:ln>
        </p:spPr>
        <p:txBody>
          <a:bodyPr numCol="1" spcCol="0" anchor="t">
            <a:noAutofit/>
          </a:bodyPr>
          <a:lstStyle/>
          <a:p>
            <a:pPr algn="ctr">
              <a:lnSpc>
                <a:spcPct val="100000"/>
              </a:lnSpc>
              <a:spcBef>
                <a:spcPts val="1080"/>
              </a:spcBef>
              <a:buNone/>
              <a:tabLst>
                <a:tab pos="0" algn="l"/>
              </a:tabLst>
            </a:pPr>
            <a:r>
              <a:rPr lang="en-US" sz="48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Loan Default Prediction using Machine Learning</a:t>
            </a:r>
            <a:endParaRPr lang="en-IN" sz="4800" b="0" strike="noStrike" spc="-1" dirty="0">
              <a:effectLst>
                <a:outerShdw blurRad="38100" dist="38100" dir="2700000" algn="tl">
                  <a:srgbClr val="000000">
                    <a:alpha val="43137"/>
                  </a:srgbClr>
                </a:outerShdw>
              </a:effectLst>
              <a:latin typeface="Cambria" pitchFamily="18" charset="0"/>
              <a:ea typeface="Cambria" pitchFamily="18" charset="0"/>
            </a:endParaRPr>
          </a:p>
        </p:txBody>
      </p:sp>
      <p:pic>
        <p:nvPicPr>
          <p:cNvPr id="91" name="Picture 90"/>
          <p:cNvPicPr/>
          <p:nvPr/>
        </p:nvPicPr>
        <p:blipFill>
          <a:blip r:embed="rId3"/>
          <a:stretch/>
        </p:blipFill>
        <p:spPr>
          <a:xfrm>
            <a:off x="2146748" y="1447800"/>
            <a:ext cx="4680000" cy="4680000"/>
          </a:xfrm>
          <a:prstGeom prst="rect">
            <a:avLst/>
          </a:prstGeom>
          <a:ln w="0">
            <a:noFill/>
          </a:ln>
        </p:spPr>
      </p:pic>
      <p:sp>
        <p:nvSpPr>
          <p:cNvPr id="3" name="TextBox 2">
            <a:extLst>
              <a:ext uri="{FF2B5EF4-FFF2-40B4-BE49-F238E27FC236}">
                <a16:creationId xmlns:a16="http://schemas.microsoft.com/office/drawing/2014/main" id="{31C48E6D-F5E1-43D5-BA78-1C7945159195}"/>
              </a:ext>
            </a:extLst>
          </p:cNvPr>
          <p:cNvSpPr txBox="1"/>
          <p:nvPr/>
        </p:nvSpPr>
        <p:spPr>
          <a:xfrm>
            <a:off x="3429000" y="6473640"/>
            <a:ext cx="2965299" cy="400110"/>
          </a:xfrm>
          <a:prstGeom prst="rect">
            <a:avLst/>
          </a:prstGeom>
          <a:noFill/>
        </p:spPr>
        <p:txBody>
          <a:bodyPr wrap="none" rtlCol="0">
            <a:spAutoFit/>
          </a:bodyPr>
          <a:lstStyle/>
          <a:p>
            <a:r>
              <a:rPr lang="en-IN" sz="2000" b="1" dirty="0">
                <a:solidFill>
                  <a:srgbClr val="FF0000"/>
                </a:solidFill>
                <a:latin typeface="Cambria" panose="02040503050406030204" pitchFamily="18" charset="0"/>
                <a:ea typeface="Cambria" panose="02040503050406030204" pitchFamily="18" charset="0"/>
              </a:rPr>
              <a:t>REVIEW-2 Presentation</a:t>
            </a:r>
          </a:p>
        </p:txBody>
      </p:sp>
      <p:sp>
        <p:nvSpPr>
          <p:cNvPr id="4" name="Slide Number Placeholder 3">
            <a:extLst>
              <a:ext uri="{FF2B5EF4-FFF2-40B4-BE49-F238E27FC236}">
                <a16:creationId xmlns:a16="http://schemas.microsoft.com/office/drawing/2014/main" id="{624686BD-A498-B5F5-D0A9-E720F9981CDA}"/>
              </a:ext>
            </a:extLst>
          </p:cNvPr>
          <p:cNvSpPr>
            <a:spLocks noGrp="1"/>
          </p:cNvSpPr>
          <p:nvPr>
            <p:ph type="sldNum" idx="1"/>
          </p:nvPr>
        </p:nvSpPr>
        <p:spPr/>
        <p:txBody>
          <a:bodyPr/>
          <a:lstStyle/>
          <a:p>
            <a:fld id="{6064E386-EFDD-4DA0-95B6-CD320D41C8D2}" type="slidenum">
              <a:rPr lang="en-IN" smtClean="0"/>
              <a:t>1</a:t>
            </a:fld>
            <a:endParaRPr lang="en-IN"/>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idx="4294967295"/>
          </p:nvPr>
        </p:nvSpPr>
        <p:spPr>
          <a:xfrm>
            <a:off x="238680" y="185400"/>
            <a:ext cx="8719560" cy="957240"/>
          </a:xfrm>
          <a:prstGeom prst="rect">
            <a:avLst/>
          </a:prstGeom>
          <a:noFill/>
          <a:ln w="0">
            <a:noFill/>
          </a:ln>
        </p:spPr>
        <p:txBody>
          <a:bodyPr numCol="1" spcCol="0" anchor="ctr">
            <a:noAutofit/>
          </a:bodyPr>
          <a:lstStyle/>
          <a:p>
            <a:pPr algn="ctr">
              <a:lnSpc>
                <a:spcPct val="100000"/>
              </a:lnSpc>
            </a:pPr>
            <a:r>
              <a:rPr lang="en-US" b="1" spc="-1" dirty="0">
                <a:solidFill>
                  <a:srgbClr val="002060"/>
                </a:solidFill>
                <a:latin typeface="Times New Roman"/>
              </a:rPr>
              <a:t>INTRODUCTION</a:t>
            </a:r>
            <a:endParaRPr lang="en-US" sz="4400" b="1" strike="noStrike" spc="-1" dirty="0">
              <a:solidFill>
                <a:srgbClr val="0000FF"/>
              </a:solidFill>
              <a:latin typeface="Arial"/>
            </a:endParaRPr>
          </a:p>
        </p:txBody>
      </p:sp>
      <p:sp>
        <p:nvSpPr>
          <p:cNvPr id="93"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marL="0" indent="0">
              <a:lnSpc>
                <a:spcPct val="150000"/>
              </a:lnSpc>
              <a:spcBef>
                <a:spcPts val="479"/>
              </a:spcBef>
              <a:buClr>
                <a:srgbClr val="3333CC"/>
              </a:buClr>
              <a:buNone/>
            </a:pPr>
            <a:r>
              <a:rPr lang="en-US" sz="2400" b="1" strike="noStrike"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Company Name: </a:t>
            </a:r>
            <a:r>
              <a:rPr lang="en-US" sz="2400" b="1" spc="-1" dirty="0" err="1">
                <a:solidFill>
                  <a:schemeClr val="accent2">
                    <a:lumMod val="50000"/>
                  </a:schemeClr>
                </a:solidFill>
                <a:effectLst>
                  <a:outerShdw blurRad="38100" dist="38100" dir="2700000" algn="tl">
                    <a:srgbClr val="000000">
                      <a:alpha val="43137"/>
                    </a:srgbClr>
                  </a:outerShdw>
                </a:effectLst>
                <a:latin typeface="Times New Roman" panose="02020603050405020304" charset="0"/>
                <a:ea typeface="Cambria" panose="02040503050406030204" pitchFamily="18" charset="0"/>
                <a:cs typeface="Times New Roman" panose="02020603050405020304" charset="0"/>
              </a:rPr>
              <a:t>Comedkares</a:t>
            </a:r>
            <a:r>
              <a:rPr lang="en-US" sz="2400" b="1" spc="-1" dirty="0">
                <a:solidFill>
                  <a:schemeClr val="accent2">
                    <a:lumMod val="50000"/>
                  </a:schemeClr>
                </a:solidFill>
                <a:effectLst>
                  <a:outerShdw blurRad="38100" dist="38100" dir="2700000" algn="tl">
                    <a:srgbClr val="000000">
                      <a:alpha val="43137"/>
                    </a:srgbClr>
                  </a:outerShdw>
                </a:effectLst>
                <a:latin typeface="Times New Roman" panose="02020603050405020304" charset="0"/>
                <a:ea typeface="Cambria" panose="02040503050406030204" pitchFamily="18" charset="0"/>
                <a:cs typeface="Times New Roman" panose="02020603050405020304" charset="0"/>
              </a:rPr>
              <a:t> ERA Foundation</a:t>
            </a:r>
            <a:endParaRPr lang="en-US" sz="2400" b="1" strike="noStrike"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endParaRPr>
          </a:p>
          <a:p>
            <a:pPr marL="0" indent="0">
              <a:lnSpc>
                <a:spcPct val="150000"/>
              </a:lnSpc>
              <a:spcBef>
                <a:spcPts val="479"/>
              </a:spcBef>
              <a:buClr>
                <a:srgbClr val="3333CC"/>
              </a:buClr>
              <a:buNone/>
            </a:pPr>
            <a:r>
              <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Internship Title: </a:t>
            </a:r>
            <a:r>
              <a:rPr lang="en-US" sz="2400" b="1" spc="-1" dirty="0">
                <a:solidFill>
                  <a:schemeClr val="accent2">
                    <a:lumMod val="50000"/>
                  </a:schemeClr>
                </a:solidFill>
                <a:effectLst>
                  <a:outerShdw blurRad="38100" dist="38100" dir="2700000" algn="tl">
                    <a:srgbClr val="000000">
                      <a:alpha val="43137"/>
                    </a:srgbClr>
                  </a:outerShdw>
                </a:effectLst>
                <a:latin typeface="Times New Roman" panose="02020603050405020304" charset="0"/>
                <a:ea typeface="Cambria" panose="02040503050406030204" pitchFamily="18" charset="0"/>
                <a:cs typeface="Times New Roman" panose="02020603050405020304" charset="0"/>
              </a:rPr>
              <a:t>Data Science and AI\ML</a:t>
            </a:r>
            <a:endPar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endParaRPr>
          </a:p>
          <a:p>
            <a:pPr marL="0" indent="0">
              <a:lnSpc>
                <a:spcPct val="150000"/>
              </a:lnSpc>
              <a:spcBef>
                <a:spcPts val="479"/>
              </a:spcBef>
              <a:buClr>
                <a:srgbClr val="3333CC"/>
              </a:buClr>
              <a:buNone/>
            </a:pPr>
            <a:r>
              <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External Guide: Ms. </a:t>
            </a:r>
            <a:r>
              <a:rPr lang="en-US" sz="2400" b="1" spc="-1" dirty="0">
                <a:solidFill>
                  <a:schemeClr val="accent2">
                    <a:lumMod val="50000"/>
                  </a:schemeClr>
                </a:solidFill>
                <a:effectLst>
                  <a:outerShdw blurRad="38100" dist="38100" dir="2700000" algn="tl">
                    <a:srgbClr val="000000">
                      <a:alpha val="43137"/>
                    </a:srgbClr>
                  </a:outerShdw>
                </a:effectLst>
                <a:latin typeface="Times New Roman" panose="02020603050405020304" charset="0"/>
                <a:ea typeface="Cambria" panose="02040503050406030204" pitchFamily="18" charset="0"/>
                <a:cs typeface="Times New Roman" panose="02020603050405020304" charset="0"/>
              </a:rPr>
              <a:t>Kavya Rao</a:t>
            </a:r>
            <a:endPar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endParaRPr>
          </a:p>
          <a:p>
            <a:pPr marL="0" indent="0">
              <a:lnSpc>
                <a:spcPct val="150000"/>
              </a:lnSpc>
              <a:spcBef>
                <a:spcPts val="479"/>
              </a:spcBef>
              <a:buClr>
                <a:srgbClr val="3333CC"/>
              </a:buClr>
              <a:buNone/>
            </a:pPr>
            <a:r>
              <a:rPr lang="en-US" sz="2400" b="1" strike="noStrike"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Internal Guide:</a:t>
            </a:r>
            <a:r>
              <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 Prof. Neema H</a:t>
            </a:r>
          </a:p>
          <a:p>
            <a:pPr marL="0" indent="0">
              <a:lnSpc>
                <a:spcPct val="150000"/>
              </a:lnSpc>
              <a:spcBef>
                <a:spcPts val="479"/>
              </a:spcBef>
              <a:buClr>
                <a:srgbClr val="3333CC"/>
              </a:buClr>
              <a:buNone/>
            </a:pPr>
            <a:r>
              <a:rPr lang="en-US" sz="2400" b="1"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rPr>
              <a:t>Project Title: Smart Banking Loan Prediction System</a:t>
            </a:r>
          </a:p>
          <a:p>
            <a:pPr marL="0" indent="0">
              <a:lnSpc>
                <a:spcPct val="150000"/>
              </a:lnSpc>
              <a:spcBef>
                <a:spcPts val="479"/>
              </a:spcBef>
              <a:buClr>
                <a:srgbClr val="3333CC"/>
              </a:buClr>
              <a:buNone/>
            </a:pPr>
            <a:endParaRPr lang="en-US" sz="2400" b="1" strike="noStrike"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endParaRPr>
          </a:p>
          <a:p>
            <a:pPr marL="0" indent="0">
              <a:lnSpc>
                <a:spcPct val="150000"/>
              </a:lnSpc>
              <a:spcBef>
                <a:spcPts val="479"/>
              </a:spcBef>
              <a:buClr>
                <a:srgbClr val="3333CC"/>
              </a:buClr>
              <a:buNone/>
            </a:pPr>
            <a:endParaRPr lang="en-US" sz="2400" b="1" strike="noStrike" spc="-1" dirty="0">
              <a:solidFill>
                <a:schemeClr val="accent2">
                  <a:lumMod val="50000"/>
                </a:schemeClr>
              </a:solidFill>
              <a:effectLst>
                <a:outerShdw blurRad="38100" dist="38100" dir="2700000" algn="tl">
                  <a:srgbClr val="000000">
                    <a:alpha val="43137"/>
                  </a:srgbClr>
                </a:outerShdw>
              </a:effectLst>
              <a:latin typeface="Cambria" pitchFamily="18" charset="0"/>
              <a:ea typeface="Cambria" pitchFamily="18" charset="0"/>
            </a:endParaRPr>
          </a:p>
        </p:txBody>
      </p:sp>
      <p:sp>
        <p:nvSpPr>
          <p:cNvPr id="2" name="TextBox 1"/>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3" name="Slide Number Placeholder 2">
            <a:extLst>
              <a:ext uri="{FF2B5EF4-FFF2-40B4-BE49-F238E27FC236}">
                <a16:creationId xmlns:a16="http://schemas.microsoft.com/office/drawing/2014/main" id="{3D750FAA-E542-A65E-C057-AF3931CA8EA7}"/>
              </a:ext>
            </a:extLst>
          </p:cNvPr>
          <p:cNvSpPr>
            <a:spLocks noGrp="1"/>
          </p:cNvSpPr>
          <p:nvPr>
            <p:ph type="sldNum" idx="2"/>
          </p:nvPr>
        </p:nvSpPr>
        <p:spPr/>
        <p:txBody>
          <a:bodyPr/>
          <a:lstStyle/>
          <a:p>
            <a:fld id="{97079C45-AA8B-4BC2-BFAE-7D27532C2935}" type="slidenum">
              <a:rPr lang="en-IN" smtClean="0"/>
              <a:t>2</a:t>
            </a:fld>
            <a:endParaRPr lang="en-IN"/>
          </a:p>
        </p:txBody>
      </p:sp>
    </p:spTree>
    <p:extLst>
      <p:ext uri="{BB962C8B-B14F-4D97-AF65-F5344CB8AC3E}">
        <p14:creationId xmlns:p14="http://schemas.microsoft.com/office/powerpoint/2010/main" val="182869867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idx="4294967295"/>
          </p:nvPr>
        </p:nvSpPr>
        <p:spPr>
          <a:xfrm>
            <a:off x="228600" y="-23191"/>
            <a:ext cx="8719560" cy="957240"/>
          </a:xfrm>
          <a:prstGeom prst="rect">
            <a:avLst/>
          </a:prstGeom>
          <a:noFill/>
          <a:ln w="0">
            <a:noFill/>
          </a:ln>
        </p:spPr>
        <p:txBody>
          <a:bodyPr numCol="1" spcCol="0" anchor="ctr">
            <a:noAutofit/>
          </a:bodyPr>
          <a:lstStyle/>
          <a:p>
            <a:pPr algn="ctr">
              <a:lnSpc>
                <a:spcPct val="100000"/>
              </a:lnSpc>
            </a:pPr>
            <a:r>
              <a:rPr lang="en-US" b="1" spc="-1" dirty="0">
                <a:solidFill>
                  <a:srgbClr val="002060"/>
                </a:solidFill>
                <a:effectLst>
                  <a:outerShdw blurRad="38100" dist="38100" dir="2700000" algn="tl">
                    <a:srgbClr val="000000">
                      <a:alpha val="43137"/>
                    </a:srgbClr>
                  </a:outerShdw>
                </a:effectLst>
                <a:latin typeface="Times New Roman"/>
              </a:rPr>
              <a:t>CONTENTS</a:t>
            </a:r>
            <a:endParaRPr lang="en-US" sz="4400" b="1" strike="noStrike" spc="-1" dirty="0">
              <a:solidFill>
                <a:srgbClr val="002060"/>
              </a:solidFill>
              <a:effectLst>
                <a:outerShdw blurRad="38100" dist="38100" dir="2700000" algn="tl">
                  <a:srgbClr val="000000">
                    <a:alpha val="43137"/>
                  </a:srgbClr>
                </a:outerShdw>
              </a:effectLst>
              <a:latin typeface="Arial"/>
            </a:endParaRPr>
          </a:p>
        </p:txBody>
      </p:sp>
      <p:sp>
        <p:nvSpPr>
          <p:cNvPr id="93" name="PlaceHolder 2"/>
          <p:cNvSpPr>
            <a:spLocks noGrp="1"/>
          </p:cNvSpPr>
          <p:nvPr>
            <p:ph idx="4294967295"/>
          </p:nvPr>
        </p:nvSpPr>
        <p:spPr>
          <a:xfrm>
            <a:off x="238680" y="1262160"/>
            <a:ext cx="8719560" cy="4300440"/>
          </a:xfrm>
          <a:prstGeom prst="rect">
            <a:avLst/>
          </a:prstGeom>
          <a:noFill/>
          <a:ln w="0">
            <a:noFill/>
          </a:ln>
        </p:spPr>
        <p:txBody>
          <a:bodyPr numCol="1" spcCol="0" anchor="t">
            <a:noAutofit/>
          </a:bodyPr>
          <a:lstStyle/>
          <a:p>
            <a:pPr marL="463680" indent="-463680">
              <a:lnSpc>
                <a:spcPct val="150000"/>
              </a:lnSpc>
              <a:spcBef>
                <a:spcPts val="479"/>
              </a:spcBef>
              <a:buClr>
                <a:srgbClr val="3333CC"/>
              </a:buClr>
              <a:buFont typeface="Symbol" charset="2"/>
              <a:buChar char=""/>
            </a:pPr>
            <a:r>
              <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Company Profile</a:t>
            </a:r>
          </a:p>
          <a:p>
            <a:pPr marL="463680" indent="-463680">
              <a:lnSpc>
                <a:spcPct val="150000"/>
              </a:lnSpc>
              <a:spcBef>
                <a:spcPts val="479"/>
              </a:spcBef>
              <a:buClr>
                <a:srgbClr val="3333CC"/>
              </a:buClr>
              <a:buFont typeface="Symbol" charset="2"/>
              <a:buChar char=""/>
            </a:pPr>
            <a:r>
              <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Title Introduction</a:t>
            </a:r>
          </a:p>
          <a:p>
            <a:pPr marL="463680" indent="-463680">
              <a:lnSpc>
                <a:spcPct val="150000"/>
              </a:lnSpc>
              <a:spcBef>
                <a:spcPts val="479"/>
              </a:spcBef>
              <a:buClr>
                <a:srgbClr val="3333CC"/>
              </a:buClr>
              <a:buFont typeface="Symbol" charset="2"/>
              <a:buChar char=""/>
            </a:pPr>
            <a:r>
              <a:rPr lang="en-US" sz="2400" b="1" spc="-1" dirty="0">
                <a:solidFill>
                  <a:srgbClr val="000000"/>
                </a:solidFill>
                <a:effectLst>
                  <a:outerShdw blurRad="38100" dist="38100" dir="2700000" algn="tl">
                    <a:srgbClr val="000000">
                      <a:alpha val="43137"/>
                    </a:srgbClr>
                  </a:outerShdw>
                </a:effectLst>
                <a:latin typeface="Cambria" pitchFamily="18" charset="0"/>
                <a:ea typeface="Cambria" pitchFamily="18" charset="0"/>
              </a:rPr>
              <a:t>Objectives </a:t>
            </a:r>
            <a:endPar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endParaRPr>
          </a:p>
          <a:p>
            <a:pPr marL="463680" indent="-463680">
              <a:lnSpc>
                <a:spcPct val="150000"/>
              </a:lnSpc>
              <a:spcBef>
                <a:spcPts val="479"/>
              </a:spcBef>
              <a:buClr>
                <a:srgbClr val="3333CC"/>
              </a:buClr>
              <a:buFont typeface="Symbol" charset="2"/>
              <a:buChar char=""/>
            </a:pPr>
            <a:r>
              <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Software Requirements Specification</a:t>
            </a:r>
          </a:p>
          <a:p>
            <a:pPr marL="463680" indent="-463680">
              <a:lnSpc>
                <a:spcPct val="150000"/>
              </a:lnSpc>
              <a:spcBef>
                <a:spcPts val="479"/>
              </a:spcBef>
              <a:buClr>
                <a:srgbClr val="3333CC"/>
              </a:buClr>
              <a:buFont typeface="Symbol" charset="2"/>
              <a:buChar char=""/>
            </a:pPr>
            <a:r>
              <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Flow Diagram</a:t>
            </a:r>
          </a:p>
          <a:p>
            <a:pPr marL="463680" indent="-463680">
              <a:lnSpc>
                <a:spcPct val="150000"/>
              </a:lnSpc>
              <a:spcBef>
                <a:spcPts val="479"/>
              </a:spcBef>
              <a:buClr>
                <a:srgbClr val="3333CC"/>
              </a:buClr>
              <a:buFont typeface="Symbol" charset="2"/>
              <a:buChar char=""/>
            </a:pPr>
            <a:r>
              <a:rPr lang="en-US" sz="2400" b="1" spc="-1" dirty="0">
                <a:solidFill>
                  <a:srgbClr val="000000"/>
                </a:solidFill>
                <a:effectLst>
                  <a:outerShdw blurRad="38100" dist="38100" dir="2700000" algn="tl">
                    <a:srgbClr val="000000">
                      <a:alpha val="43137"/>
                    </a:srgbClr>
                  </a:outerShdw>
                </a:effectLst>
                <a:latin typeface="Cambria" pitchFamily="18" charset="0"/>
                <a:ea typeface="Cambria" pitchFamily="18" charset="0"/>
              </a:rPr>
              <a:t>Project Carried Out</a:t>
            </a:r>
            <a:endPar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endParaRPr>
          </a:p>
          <a:p>
            <a:pPr marL="463680" indent="-463680">
              <a:lnSpc>
                <a:spcPct val="150000"/>
              </a:lnSpc>
              <a:spcBef>
                <a:spcPts val="479"/>
              </a:spcBef>
              <a:buClr>
                <a:srgbClr val="3333CC"/>
              </a:buClr>
              <a:buFont typeface="Symbol" charset="2"/>
              <a:buChar char=""/>
            </a:pPr>
            <a:r>
              <a:rPr lang="en-US" sz="2400" b="1" strike="noStrike" spc="-1" dirty="0">
                <a:solidFill>
                  <a:srgbClr val="000000"/>
                </a:solidFill>
                <a:effectLst>
                  <a:outerShdw blurRad="38100" dist="38100" dir="2700000" algn="tl">
                    <a:srgbClr val="000000">
                      <a:alpha val="43137"/>
                    </a:srgbClr>
                  </a:outerShdw>
                </a:effectLst>
                <a:latin typeface="Cambria" pitchFamily="18" charset="0"/>
                <a:ea typeface="Cambria" pitchFamily="18" charset="0"/>
              </a:rPr>
              <a:t>Conclusion</a:t>
            </a: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F488BED9-54CB-9B47-C4B0-FCEFAC71F195}"/>
              </a:ext>
            </a:extLst>
          </p:cNvPr>
          <p:cNvSpPr>
            <a:spLocks noGrp="1"/>
          </p:cNvSpPr>
          <p:nvPr>
            <p:ph type="sldNum" idx="2"/>
          </p:nvPr>
        </p:nvSpPr>
        <p:spPr/>
        <p:txBody>
          <a:bodyPr/>
          <a:lstStyle/>
          <a:p>
            <a:fld id="{97079C45-AA8B-4BC2-BFAE-7D27532C2935}" type="slidenum">
              <a:rPr lang="en-IN" smtClean="0"/>
              <a:t>3</a:t>
            </a:fld>
            <a:endParaRPr lang="en-IN"/>
          </a:p>
        </p:txBody>
      </p:sp>
    </p:spTree>
    <p:extLst>
      <p:ext uri="{BB962C8B-B14F-4D97-AF65-F5344CB8AC3E}">
        <p14:creationId xmlns:p14="http://schemas.microsoft.com/office/powerpoint/2010/main" val="277743912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title" idx="4294967295"/>
          </p:nvPr>
        </p:nvSpPr>
        <p:spPr>
          <a:xfrm>
            <a:off x="238680" y="185400"/>
            <a:ext cx="8719560" cy="957240"/>
          </a:xfrm>
          <a:prstGeom prst="rect">
            <a:avLst/>
          </a:prstGeom>
          <a:noFill/>
          <a:ln w="0">
            <a:noFill/>
          </a:ln>
        </p:spPr>
        <p:txBody>
          <a:bodyPr numCol="1" spcCol="0" anchor="ctr">
            <a:noAutofit/>
          </a:bodyPr>
          <a:lstStyle/>
          <a:p>
            <a:pPr algn="ctr">
              <a:lnSpc>
                <a:spcPct val="100000"/>
              </a:lnSpc>
            </a:pPr>
            <a:r>
              <a:rPr lang="en-US" b="1" spc="-1" dirty="0">
                <a:solidFill>
                  <a:srgbClr val="002060"/>
                </a:solidFill>
                <a:latin typeface="Times New Roman"/>
              </a:rPr>
              <a:t>COMPANY PROFILE</a:t>
            </a:r>
            <a:endParaRPr lang="en-US" sz="4400" b="1" strike="noStrike" spc="-1" dirty="0">
              <a:solidFill>
                <a:srgbClr val="0000FF"/>
              </a:solidFill>
              <a:latin typeface="Arial"/>
            </a:endParaRPr>
          </a:p>
        </p:txBody>
      </p:sp>
      <p:sp>
        <p:nvSpPr>
          <p:cNvPr id="93"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algn="just">
              <a:lnSpc>
                <a:spcPct val="150000"/>
              </a:lnSpc>
              <a:spcBef>
                <a:spcPts val="479"/>
              </a:spcBef>
              <a:buClr>
                <a:srgbClr val="3333CC"/>
              </a:buClr>
            </a:pPr>
            <a:r>
              <a:rPr lang="en-US" sz="2000" dirty="0">
                <a:latin typeface="Times New Roman" panose="02020603050405020304" pitchFamily="18" charset="0"/>
                <a:ea typeface="ui-sans-serif"/>
                <a:cs typeface="Times New Roman" panose="02020603050405020304" pitchFamily="18" charset="0"/>
                <a:sym typeface="+mn-ea"/>
              </a:rPr>
              <a:t>COMEDKARES is an innovation initiative by ERA Foundation in       collaboration with COMEDK.</a:t>
            </a:r>
          </a:p>
          <a:p>
            <a:pPr algn="just">
              <a:lnSpc>
                <a:spcPct val="150000"/>
              </a:lnSpc>
              <a:spcBef>
                <a:spcPts val="479"/>
              </a:spcBef>
              <a:buClr>
                <a:srgbClr val="3333CC"/>
              </a:buClr>
            </a:pPr>
            <a:r>
              <a:rPr lang="en-US" sz="2000" dirty="0">
                <a:latin typeface="Times New Roman" panose="02020603050405020304" pitchFamily="18" charset="0"/>
                <a:ea typeface="ui-sans-serif"/>
                <a:cs typeface="Times New Roman" panose="02020603050405020304" pitchFamily="18" charset="0"/>
                <a:sym typeface="+mn-ea"/>
              </a:rPr>
              <a:t>The Mangalore center provides hands-on training and practical learning for engineering students.</a:t>
            </a:r>
            <a:endParaRPr lang="en-US" sz="2000" dirty="0">
              <a:latin typeface="Times New Roman" panose="02020603050405020304" pitchFamily="18" charset="0"/>
              <a:ea typeface="ui-sans-serif"/>
              <a:cs typeface="Times New Roman" panose="02020603050405020304" pitchFamily="18" charset="0"/>
            </a:endParaRPr>
          </a:p>
          <a:p>
            <a:pPr algn="just">
              <a:lnSpc>
                <a:spcPct val="150000"/>
              </a:lnSpc>
              <a:spcBef>
                <a:spcPts val="479"/>
              </a:spcBef>
              <a:buClr>
                <a:srgbClr val="3333CC"/>
              </a:buClr>
            </a:pPr>
            <a:r>
              <a:rPr lang="en-US" sz="2000" dirty="0">
                <a:latin typeface="Times New Roman" panose="02020603050405020304" pitchFamily="18" charset="0"/>
                <a:ea typeface="ui-sans-serif"/>
                <a:cs typeface="Times New Roman" panose="02020603050405020304" pitchFamily="18" charset="0"/>
                <a:sym typeface="+mn-ea"/>
              </a:rPr>
              <a:t>It focuses on emerging technologies such as Artificial Intelligence, Robotics, and IoT.</a:t>
            </a:r>
          </a:p>
          <a:p>
            <a:pPr algn="just">
              <a:lnSpc>
                <a:spcPct val="150000"/>
              </a:lnSpc>
              <a:spcBef>
                <a:spcPts val="479"/>
              </a:spcBef>
              <a:buClr>
                <a:srgbClr val="3333CC"/>
              </a:buClr>
            </a:pPr>
            <a:r>
              <a:rPr lang="en-US" sz="2000" dirty="0">
                <a:latin typeface="Times New Roman" panose="02020603050405020304" pitchFamily="18" charset="0"/>
                <a:ea typeface="ui-sans-serif"/>
                <a:cs typeface="Times New Roman" panose="02020603050405020304" pitchFamily="18" charset="0"/>
                <a:sym typeface="+mn-ea"/>
              </a:rPr>
              <a:t>The center offers advanced lab facilities including 3D printing, robotics kits, and smart device development.</a:t>
            </a:r>
          </a:p>
          <a:p>
            <a:pPr algn="just">
              <a:lnSpc>
                <a:spcPct val="150000"/>
              </a:lnSpc>
              <a:spcBef>
                <a:spcPts val="479"/>
              </a:spcBef>
              <a:buClr>
                <a:srgbClr val="3333CC"/>
              </a:buClr>
            </a:pPr>
            <a:r>
              <a:rPr lang="en-US" sz="2000" dirty="0">
                <a:latin typeface="Times New Roman" panose="02020603050405020304" pitchFamily="18" charset="0"/>
                <a:ea typeface="ui-sans-serif"/>
                <a:cs typeface="Times New Roman" panose="02020603050405020304" pitchFamily="18" charset="0"/>
                <a:sym typeface="+mn-ea"/>
              </a:rPr>
              <a:t>It aims to enhance student skills, innovation, and industry readiness through real-time projects.</a:t>
            </a:r>
            <a:endParaRPr lang="en-US" sz="2000" dirty="0">
              <a:latin typeface="Times New Roman" panose="02020603050405020304" pitchFamily="18" charset="0"/>
              <a:ea typeface="ui-sans-serif"/>
              <a:cs typeface="Times New Roman" panose="02020603050405020304" pitchFamily="18" charset="0"/>
            </a:endParaRPr>
          </a:p>
          <a:p>
            <a:pPr>
              <a:lnSpc>
                <a:spcPct val="150000"/>
              </a:lnSpc>
              <a:spcBef>
                <a:spcPts val="479"/>
              </a:spcBef>
              <a:buClr>
                <a:srgbClr val="3333CC"/>
              </a:buClr>
            </a:pPr>
            <a:endParaRPr lang="en-US" sz="2000" dirty="0">
              <a:latin typeface="Times New Roman" panose="02020603050405020304" pitchFamily="18" charset="0"/>
              <a:ea typeface="ui-sans-serif"/>
              <a:cs typeface="Times New Roman" panose="02020603050405020304" pitchFamily="18" charset="0"/>
              <a:sym typeface="+mn-ea"/>
            </a:endParaRPr>
          </a:p>
          <a:p>
            <a:pPr>
              <a:lnSpc>
                <a:spcPct val="150000"/>
              </a:lnSpc>
              <a:spcBef>
                <a:spcPts val="479"/>
              </a:spcBef>
              <a:buClr>
                <a:srgbClr val="3333CC"/>
              </a:buClr>
            </a:pPr>
            <a:endParaRPr lang="en-US" sz="2000" spc="-1" dirty="0">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trike="noStrike"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8B6A5814-6D95-FFA7-336F-A1C91B251EDB}"/>
              </a:ext>
            </a:extLst>
          </p:cNvPr>
          <p:cNvSpPr>
            <a:spLocks noGrp="1"/>
          </p:cNvSpPr>
          <p:nvPr>
            <p:ph type="sldNum" idx="2"/>
          </p:nvPr>
        </p:nvSpPr>
        <p:spPr/>
        <p:txBody>
          <a:bodyPr/>
          <a:lstStyle/>
          <a:p>
            <a:fld id="{97079C45-AA8B-4BC2-BFAE-7D27532C2935}" type="slidenum">
              <a:rPr lang="en-IN" smtClean="0"/>
              <a:t>4</a:t>
            </a:fld>
            <a:endParaRPr lang="en-IN"/>
          </a:p>
        </p:txBody>
      </p:sp>
    </p:spTree>
    <p:extLst>
      <p:ext uri="{BB962C8B-B14F-4D97-AF65-F5344CB8AC3E}">
        <p14:creationId xmlns:p14="http://schemas.microsoft.com/office/powerpoint/2010/main" val="1373302754"/>
      </p:ext>
    </p:extLst>
  </p:cSld>
  <p:clrMapOvr>
    <a:masterClrMapping/>
  </p:clrMapOvr>
  <p:transition spd="slow">
    <p:randomBar dir="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66C66-F52F-2933-A8C8-46F7571139AD}"/>
            </a:ext>
          </a:extLst>
        </p:cNvPr>
        <p:cNvGrpSpPr/>
        <p:nvPr/>
      </p:nvGrpSpPr>
      <p:grpSpPr>
        <a:xfrm>
          <a:off x="0" y="0"/>
          <a:ext cx="0" cy="0"/>
          <a:chOff x="0" y="0"/>
          <a:chExt cx="0" cy="0"/>
        </a:xfrm>
      </p:grpSpPr>
      <p:sp>
        <p:nvSpPr>
          <p:cNvPr id="92" name="PlaceHolder 1">
            <a:extLst>
              <a:ext uri="{FF2B5EF4-FFF2-40B4-BE49-F238E27FC236}">
                <a16:creationId xmlns:a16="http://schemas.microsoft.com/office/drawing/2014/main" id="{B25E6C2B-7388-CC9A-92E2-9876DDFD47A2}"/>
              </a:ext>
            </a:extLst>
          </p:cNvPr>
          <p:cNvSpPr>
            <a:spLocks noGrp="1"/>
          </p:cNvSpPr>
          <p:nvPr>
            <p:ph type="title" idx="4294967295"/>
          </p:nvPr>
        </p:nvSpPr>
        <p:spPr>
          <a:xfrm>
            <a:off x="238680" y="185400"/>
            <a:ext cx="8719560" cy="957240"/>
          </a:xfrm>
          <a:prstGeom prst="rect">
            <a:avLst/>
          </a:prstGeom>
          <a:noFill/>
          <a:ln w="0">
            <a:noFill/>
          </a:ln>
        </p:spPr>
        <p:txBody>
          <a:bodyPr numCol="1" spcCol="0" anchor="ctr">
            <a:noAutofit/>
          </a:bodyPr>
          <a:lstStyle/>
          <a:p>
            <a:pPr algn="ctr">
              <a:lnSpc>
                <a:spcPct val="100000"/>
              </a:lnSpc>
            </a:pPr>
            <a:r>
              <a:rPr lang="en-US" b="1" spc="-1" dirty="0">
                <a:solidFill>
                  <a:srgbClr val="002060"/>
                </a:solidFill>
                <a:latin typeface="Times New Roman"/>
              </a:rPr>
              <a:t> INTRODUCTION</a:t>
            </a:r>
            <a:endParaRPr lang="en-US" sz="4400" b="1" strike="noStrike" spc="-1" dirty="0">
              <a:solidFill>
                <a:srgbClr val="0000FF"/>
              </a:solidFill>
              <a:latin typeface="Arial"/>
            </a:endParaRPr>
          </a:p>
        </p:txBody>
      </p:sp>
      <p:sp>
        <p:nvSpPr>
          <p:cNvPr id="93" name="PlaceHolder 2">
            <a:extLst>
              <a:ext uri="{FF2B5EF4-FFF2-40B4-BE49-F238E27FC236}">
                <a16:creationId xmlns:a16="http://schemas.microsoft.com/office/drawing/2014/main" id="{DC3908F8-1CC7-F867-7BE0-AEB9DAC9D93F}"/>
              </a:ext>
            </a:extLst>
          </p:cNvPr>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algn="just">
              <a:lnSpc>
                <a:spcPct val="150000"/>
              </a:lnSpc>
              <a:spcBef>
                <a:spcPts val="479"/>
              </a:spcBef>
              <a:buClr>
                <a:srgbClr val="3333CC"/>
              </a:buClr>
            </a:pPr>
            <a:r>
              <a:rPr lang="en-US" sz="2000" dirty="0">
                <a:latin typeface="Times New Roman" panose="02020603050405020304" pitchFamily="18" charset="0"/>
                <a:cs typeface="Times New Roman" panose="02020603050405020304" pitchFamily="18" charset="0"/>
              </a:rPr>
              <a:t>Loan default prediction is a crucial task for financial institutions, as it helps identify borrowers who may fail to repay their loans.</a:t>
            </a:r>
          </a:p>
          <a:p>
            <a:pPr algn="just">
              <a:lnSpc>
                <a:spcPct val="150000"/>
              </a:lnSpc>
              <a:spcBef>
                <a:spcPts val="479"/>
              </a:spcBef>
              <a:buClr>
                <a:srgbClr val="3333CC"/>
              </a:buClr>
            </a:pPr>
            <a:r>
              <a:rPr lang="en-US" sz="2000" dirty="0">
                <a:latin typeface="Times New Roman" panose="02020603050405020304" pitchFamily="18" charset="0"/>
                <a:cs typeface="Times New Roman" panose="02020603050405020304" pitchFamily="18" charset="0"/>
              </a:rPr>
              <a:t>Traditional credit scoring methods mainly rely on limited borrower financial history, which may not accurately capture the true repayment risk.</a:t>
            </a:r>
          </a:p>
          <a:p>
            <a:pPr algn="just">
              <a:lnSpc>
                <a:spcPct val="150000"/>
              </a:lnSpc>
              <a:spcBef>
                <a:spcPts val="479"/>
              </a:spcBef>
              <a:buClr>
                <a:srgbClr val="3333CC"/>
              </a:buClr>
            </a:pPr>
            <a:r>
              <a:rPr lang="en-US" sz="2000" dirty="0">
                <a:latin typeface="Times New Roman" panose="02020603050405020304" pitchFamily="18" charset="0"/>
                <a:cs typeface="Times New Roman" panose="02020603050405020304" pitchFamily="18" charset="0"/>
              </a:rPr>
              <a:t>With the advancement of technology, machine learning techniques enable the analysis of large borrower datasets efficiently. These models can predict potential loan defaults at an early stage, improving decision-making for financial institutions.</a:t>
            </a:r>
          </a:p>
          <a:p>
            <a:pPr algn="just">
              <a:lnSpc>
                <a:spcPct val="150000"/>
              </a:lnSpc>
              <a:spcBef>
                <a:spcPts val="479"/>
              </a:spcBef>
              <a:buClr>
                <a:srgbClr val="3333CC"/>
              </a:buClr>
            </a:pPr>
            <a:r>
              <a:rPr lang="en-US" sz="2000" dirty="0">
                <a:latin typeface="Times New Roman" panose="02020603050405020304" pitchFamily="18" charset="0"/>
                <a:cs typeface="Times New Roman" panose="02020603050405020304" pitchFamily="18" charset="0"/>
              </a:rPr>
              <a:t>As a result, banks can reduce financial losses, manage risks effectively and enhance the overall quality of their lending process.</a:t>
            </a:r>
            <a:endParaRPr lang="en-US" sz="2000" spc="-1" dirty="0">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a:p>
            <a:pPr>
              <a:lnSpc>
                <a:spcPct val="150000"/>
              </a:lnSpc>
              <a:spcBef>
                <a:spcPts val="479"/>
              </a:spcBef>
              <a:buClr>
                <a:srgbClr val="3333CC"/>
              </a:buClr>
            </a:pPr>
            <a:endParaRPr lang="en-US" sz="2000" spc="-1" dirty="0">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a:p>
            <a:pPr marL="0" indent="0">
              <a:lnSpc>
                <a:spcPct val="150000"/>
              </a:lnSpc>
              <a:spcBef>
                <a:spcPts val="479"/>
              </a:spcBef>
              <a:buClr>
                <a:srgbClr val="3333CC"/>
              </a:buClr>
              <a:buNone/>
            </a:pPr>
            <a:endParaRPr lang="en-US" sz="2000" b="1" strike="noStrike" spc="-1" dirty="0">
              <a:solidFill>
                <a:schemeClr val="accent2">
                  <a:lumMod val="50000"/>
                </a:schemeClr>
              </a:solidFill>
              <a:effectLst>
                <a:outerShdw blurRad="38100" dist="38100" dir="2700000" algn="tl">
                  <a:srgbClr val="000000">
                    <a:alpha val="43137"/>
                  </a:srgbClr>
                </a:outerShdw>
              </a:effectLst>
              <a:latin typeface="Times New Roman" panose="02020603050405020304" pitchFamily="18" charset="0"/>
              <a:ea typeface="Cambria"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A82D3BF-DB5D-1E07-3615-CF3A6CEE0EBD}"/>
              </a:ext>
            </a:extLst>
          </p:cNvPr>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0278C356-61E7-1ED2-0BCF-624BE72643FE}"/>
              </a:ext>
            </a:extLst>
          </p:cNvPr>
          <p:cNvSpPr>
            <a:spLocks noGrp="1"/>
          </p:cNvSpPr>
          <p:nvPr>
            <p:ph type="sldNum" idx="2"/>
          </p:nvPr>
        </p:nvSpPr>
        <p:spPr/>
        <p:txBody>
          <a:bodyPr/>
          <a:lstStyle/>
          <a:p>
            <a:fld id="{97079C45-AA8B-4BC2-BFAE-7D27532C2935}" type="slidenum">
              <a:rPr lang="en-IN" smtClean="0"/>
              <a:t>5</a:t>
            </a:fld>
            <a:endParaRPr lang="en-IN"/>
          </a:p>
        </p:txBody>
      </p:sp>
    </p:spTree>
    <p:extLst>
      <p:ext uri="{BB962C8B-B14F-4D97-AF65-F5344CB8AC3E}">
        <p14:creationId xmlns:p14="http://schemas.microsoft.com/office/powerpoint/2010/main" val="514408604"/>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idx="4294967295"/>
          </p:nvPr>
        </p:nvSpPr>
        <p:spPr>
          <a:xfrm>
            <a:off x="238680" y="126178"/>
            <a:ext cx="8719560" cy="1135982"/>
          </a:xfrm>
          <a:prstGeom prst="rect">
            <a:avLst/>
          </a:prstGeom>
          <a:noFill/>
          <a:ln w="0">
            <a:noFill/>
          </a:ln>
        </p:spPr>
        <p:txBody>
          <a:bodyPr lIns="0" tIns="0" rIns="0" bIns="0" numCol="1" spcCol="0" anchor="t">
            <a:noAutofit/>
          </a:bodyPr>
          <a:lstStyle/>
          <a:p>
            <a:pPr algn="ctr">
              <a:lnSpc>
                <a:spcPct val="100000"/>
              </a:lnSpc>
              <a:buNone/>
            </a:pPr>
            <a:r>
              <a:rPr lang="en-US" sz="3600" b="1" strike="noStrike" spc="-1" dirty="0">
                <a:solidFill>
                  <a:srgbClr val="002060"/>
                </a:solidFill>
                <a:latin typeface="Cambria" pitchFamily="18" charset="0"/>
                <a:ea typeface="Cambria" pitchFamily="18" charset="0"/>
              </a:rPr>
              <a:t>SOFTWARE REQUIREMENTS SPECIFICATIONS</a:t>
            </a:r>
          </a:p>
        </p:txBody>
      </p:sp>
      <p:sp>
        <p:nvSpPr>
          <p:cNvPr id="95"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marL="0" indent="0">
              <a:buNone/>
            </a:pPr>
            <a:r>
              <a:rPr lang="en-US" b="1" u="sng" strike="noStrike" spc="-1" dirty="0">
                <a:solidFill>
                  <a:srgbClr val="C00000"/>
                </a:solidFill>
                <a:latin typeface="Times New Roman" panose="02020603050405020304" pitchFamily="18" charset="0"/>
                <a:ea typeface="Cambria" pitchFamily="18" charset="0"/>
                <a:cs typeface="Times New Roman" panose="02020603050405020304" pitchFamily="18" charset="0"/>
              </a:rPr>
              <a:t>Functional Requirements:</a:t>
            </a:r>
          </a:p>
          <a:p>
            <a:pPr>
              <a:buFont typeface="Wingdings" pitchFamily="2" charset="2"/>
              <a:buChar char="ü"/>
            </a:pPr>
            <a:r>
              <a:rPr lang="en-US" sz="2400" spc="-1" dirty="0">
                <a:latin typeface="Times New Roman" panose="02020603050405020304" pitchFamily="18" charset="0"/>
                <a:ea typeface="Cambria"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User Registration and Login</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Loan Application Submission</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Loan Default Prediction</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Risk Classification</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Admin Dashboard Management</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Loan Approval and Rejection</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Prediction History Storage</a:t>
            </a:r>
          </a:p>
          <a:p>
            <a:pPr>
              <a:buFont typeface="Wingdings" pitchFamily="2" charset="2"/>
              <a:buChar char="ü"/>
            </a:pPr>
            <a:r>
              <a:rPr lang="en-IN" sz="2000" dirty="0">
                <a:latin typeface="Times New Roman" panose="02020603050405020304" pitchFamily="18" charset="0"/>
                <a:cs typeface="Times New Roman" panose="02020603050405020304" pitchFamily="18" charset="0"/>
              </a:rPr>
              <a:t> Database Management</a:t>
            </a:r>
            <a:endParaRPr lang="en-US" sz="2000"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Times New Roman" panose="02020603050405020304" pitchFamily="18" charset="0"/>
              <a:ea typeface="Cambria" pitchFamily="18" charset="0"/>
              <a:cs typeface="Times New Roman" panose="02020603050405020304"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1497D0BA-69B4-7C81-E28F-F0876BB2C0DA}"/>
              </a:ext>
            </a:extLst>
          </p:cNvPr>
          <p:cNvSpPr>
            <a:spLocks noGrp="1"/>
          </p:cNvSpPr>
          <p:nvPr>
            <p:ph type="sldNum" idx="2"/>
          </p:nvPr>
        </p:nvSpPr>
        <p:spPr/>
        <p:txBody>
          <a:bodyPr/>
          <a:lstStyle/>
          <a:p>
            <a:fld id="{97079C45-AA8B-4BC2-BFAE-7D27532C2935}" type="slidenum">
              <a:rPr lang="en-IN" smtClean="0"/>
              <a:t>6</a:t>
            </a:fld>
            <a:endParaRPr lang="en-IN"/>
          </a:p>
        </p:txBody>
      </p:sp>
    </p:spTree>
  </p:cSld>
  <p:clrMapOvr>
    <a:masterClrMapping/>
  </p:clrMapOvr>
  <p:transition spd="slow">
    <p:randomBar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marL="0" indent="0">
              <a:buNone/>
            </a:pPr>
            <a:r>
              <a:rPr lang="en-US" b="1" u="sng" strike="noStrike" spc="-1" dirty="0">
                <a:solidFill>
                  <a:srgbClr val="C00000"/>
                </a:solidFill>
                <a:latin typeface="Cambria" pitchFamily="18" charset="0"/>
                <a:ea typeface="Cambria" pitchFamily="18" charset="0"/>
              </a:rPr>
              <a:t>Non-functional Requirements:</a:t>
            </a:r>
          </a:p>
          <a:p>
            <a:pPr>
              <a:buFont typeface="Wingdings" pitchFamily="2" charset="2"/>
              <a:buChar char="ü"/>
            </a:pPr>
            <a:r>
              <a:rPr lang="en-US" sz="2400" spc="-1" dirty="0">
                <a:latin typeface="Cambria" pitchFamily="18" charset="0"/>
                <a:ea typeface="Cambria" pitchFamily="18" charset="0"/>
              </a:rPr>
              <a:t> </a:t>
            </a:r>
            <a:r>
              <a:rPr lang="en-IN" sz="2400" dirty="0">
                <a:latin typeface="Times New Roman" panose="02020603050405020304" pitchFamily="18" charset="0"/>
                <a:cs typeface="Times New Roman" panose="02020603050405020304" pitchFamily="18" charset="0"/>
              </a:rPr>
              <a:t>Performance</a:t>
            </a:r>
          </a:p>
          <a:p>
            <a:pPr>
              <a:buFont typeface="Wingdings" pitchFamily="2" charset="2"/>
              <a:buChar char="ü"/>
            </a:pPr>
            <a:r>
              <a:rPr lang="en-IN" sz="2400" dirty="0">
                <a:latin typeface="Times New Roman" panose="02020603050405020304" pitchFamily="18" charset="0"/>
                <a:cs typeface="Times New Roman" panose="02020603050405020304" pitchFamily="18" charset="0"/>
              </a:rPr>
              <a:t> Security</a:t>
            </a:r>
          </a:p>
          <a:p>
            <a:pPr>
              <a:buFont typeface="Wingdings" pitchFamily="2" charset="2"/>
              <a:buChar char="ü"/>
            </a:pPr>
            <a:r>
              <a:rPr lang="en-IN" sz="2400" spc="-1" dirty="0">
                <a:latin typeface="Times New Roman" panose="02020603050405020304" pitchFamily="18" charset="0"/>
                <a:ea typeface="Cambria"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Reliability</a:t>
            </a:r>
          </a:p>
          <a:p>
            <a:pPr>
              <a:buFont typeface="Wingdings" pitchFamily="2" charset="2"/>
              <a:buChar char="ü"/>
            </a:pPr>
            <a:r>
              <a:rPr lang="en-IN" sz="2400" spc="-1" dirty="0">
                <a:latin typeface="Times New Roman" panose="02020603050405020304" pitchFamily="18" charset="0"/>
                <a:ea typeface="Cambria"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Usability</a:t>
            </a:r>
          </a:p>
          <a:p>
            <a:pPr>
              <a:buFont typeface="Wingdings" pitchFamily="2" charset="2"/>
              <a:buChar char="ü"/>
            </a:pPr>
            <a:r>
              <a:rPr lang="en-IN" sz="2400" spc="-1" dirty="0">
                <a:latin typeface="Times New Roman" panose="02020603050405020304" pitchFamily="18" charset="0"/>
                <a:ea typeface="Cambria"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Scalability</a:t>
            </a:r>
            <a:endParaRPr lang="en-US" sz="2400"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6" name="PlaceHolder 1">
            <a:extLst>
              <a:ext uri="{FF2B5EF4-FFF2-40B4-BE49-F238E27FC236}">
                <a16:creationId xmlns:a16="http://schemas.microsoft.com/office/drawing/2014/main" id="{C0CA5EDB-3663-4D33-AA7C-0A18283F5694}"/>
              </a:ext>
            </a:extLst>
          </p:cNvPr>
          <p:cNvSpPr txBox="1">
            <a:spLocks/>
          </p:cNvSpPr>
          <p:nvPr/>
        </p:nvSpPr>
        <p:spPr>
          <a:xfrm>
            <a:off x="238680" y="126178"/>
            <a:ext cx="8719560" cy="1135982"/>
          </a:xfrm>
          <a:prstGeom prst="rect">
            <a:avLst/>
          </a:prstGeom>
          <a:noFill/>
          <a:ln w="0">
            <a:noFill/>
          </a:ln>
        </p:spPr>
        <p:txBody>
          <a:bodyPr lIns="0" tIns="0" rIns="0" bIns="0" numCol="1" spc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3600" b="1" spc="-1">
                <a:solidFill>
                  <a:srgbClr val="002060"/>
                </a:solidFill>
                <a:latin typeface="Cambria" pitchFamily="18" charset="0"/>
                <a:ea typeface="Cambria" pitchFamily="18" charset="0"/>
              </a:rPr>
              <a:t>SOFTWARE REQUIREMENTS SPECIFICATIONS</a:t>
            </a:r>
            <a:endParaRPr lang="en-US" sz="3600" b="1" spc="-1" dirty="0">
              <a:solidFill>
                <a:srgbClr val="002060"/>
              </a:solidFill>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466AE207-F1A7-C0E2-933D-E3AAC75CEF30}"/>
              </a:ext>
            </a:extLst>
          </p:cNvPr>
          <p:cNvSpPr>
            <a:spLocks noGrp="1"/>
          </p:cNvSpPr>
          <p:nvPr>
            <p:ph type="sldNum" idx="2"/>
          </p:nvPr>
        </p:nvSpPr>
        <p:spPr/>
        <p:txBody>
          <a:bodyPr/>
          <a:lstStyle/>
          <a:p>
            <a:fld id="{97079C45-AA8B-4BC2-BFAE-7D27532C2935}" type="slidenum">
              <a:rPr lang="en-IN" smtClean="0"/>
              <a:t>7</a:t>
            </a:fld>
            <a:endParaRPr lang="en-IN"/>
          </a:p>
        </p:txBody>
      </p:sp>
    </p:spTree>
    <p:extLst>
      <p:ext uri="{BB962C8B-B14F-4D97-AF65-F5344CB8AC3E}">
        <p14:creationId xmlns:p14="http://schemas.microsoft.com/office/powerpoint/2010/main" val="2117863342"/>
      </p:ext>
    </p:extLst>
  </p:cSld>
  <p:clrMapOvr>
    <a:masterClrMapping/>
  </p:clrMapOvr>
  <p:transition spd="slow">
    <p:randomBar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marL="0" indent="0">
              <a:buNone/>
            </a:pPr>
            <a:r>
              <a:rPr lang="en-US" b="1" u="sng" strike="noStrike" spc="-1" dirty="0">
                <a:solidFill>
                  <a:srgbClr val="C00000"/>
                </a:solidFill>
                <a:latin typeface="Cambria" pitchFamily="18" charset="0"/>
                <a:ea typeface="Cambria" pitchFamily="18" charset="0"/>
              </a:rPr>
              <a:t>Hardware Requirements:</a:t>
            </a:r>
          </a:p>
          <a:p>
            <a:pPr>
              <a:lnSpc>
                <a:spcPct val="150000"/>
              </a:lnSpc>
              <a:buFont typeface="Wingdings" pitchFamily="2" charset="2"/>
              <a:buChar char="ü"/>
            </a:pPr>
            <a:r>
              <a:rPr lang="en-US" sz="2400" spc="-1" dirty="0">
                <a:latin typeface="Cambria" pitchFamily="18" charset="0"/>
                <a:ea typeface="Cambria" pitchFamily="18" charset="0"/>
              </a:rPr>
              <a:t> </a:t>
            </a:r>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Processor: Intel i3 or above</a:t>
            </a:r>
          </a:p>
          <a:p>
            <a:pPr>
              <a:lnSpc>
                <a:spcPct val="150000"/>
              </a:lnSpc>
              <a:buFont typeface="Wingdings" pitchFamily="2" charset="2"/>
              <a:buChar char="ü"/>
            </a:pPr>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RAM: Minimum 4 GB</a:t>
            </a:r>
          </a:p>
          <a:p>
            <a:pPr>
              <a:lnSpc>
                <a:spcPct val="150000"/>
              </a:lnSpc>
              <a:buFont typeface="Wingdings" pitchFamily="2" charset="2"/>
              <a:buChar char="ü"/>
            </a:pPr>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Storage: Minimum 500 MB free space</a:t>
            </a:r>
          </a:p>
          <a:p>
            <a:pPr>
              <a:lnSpc>
                <a:spcPct val="150000"/>
              </a:lnSpc>
              <a:buFont typeface="Wingdings" pitchFamily="2" charset="2"/>
              <a:buChar char="ü"/>
            </a:pPr>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System: Windows / Linux / Mac</a:t>
            </a:r>
          </a:p>
          <a:p>
            <a:pPr marL="0" indent="0">
              <a:buNone/>
            </a:pPr>
            <a:endParaRPr lang="en-US" sz="2400"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6" name="PlaceHolder 1">
            <a:extLst>
              <a:ext uri="{FF2B5EF4-FFF2-40B4-BE49-F238E27FC236}">
                <a16:creationId xmlns:a16="http://schemas.microsoft.com/office/drawing/2014/main" id="{00CEA4AE-E627-4685-9D8B-B1E8CB88DB9F}"/>
              </a:ext>
            </a:extLst>
          </p:cNvPr>
          <p:cNvSpPr txBox="1">
            <a:spLocks/>
          </p:cNvSpPr>
          <p:nvPr/>
        </p:nvSpPr>
        <p:spPr>
          <a:xfrm>
            <a:off x="238680" y="126178"/>
            <a:ext cx="8719560" cy="1135982"/>
          </a:xfrm>
          <a:prstGeom prst="rect">
            <a:avLst/>
          </a:prstGeom>
          <a:noFill/>
          <a:ln w="0">
            <a:noFill/>
          </a:ln>
        </p:spPr>
        <p:txBody>
          <a:bodyPr lIns="0" tIns="0" rIns="0" bIns="0" numCol="1" spc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r>
              <a:rPr lang="en-US" sz="3600" b="1" spc="-1">
                <a:solidFill>
                  <a:srgbClr val="002060"/>
                </a:solidFill>
                <a:latin typeface="Cambria" pitchFamily="18" charset="0"/>
                <a:ea typeface="Cambria" pitchFamily="18" charset="0"/>
              </a:rPr>
              <a:t>SOFTWARE REQUIREMENTS SPECIFICATIONS</a:t>
            </a:r>
            <a:endParaRPr lang="en-US" sz="3600" b="1" spc="-1" dirty="0">
              <a:solidFill>
                <a:srgbClr val="002060"/>
              </a:solidFill>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70213AFE-A8A6-5565-3334-C69C45C197FE}"/>
              </a:ext>
            </a:extLst>
          </p:cNvPr>
          <p:cNvSpPr>
            <a:spLocks noGrp="1"/>
          </p:cNvSpPr>
          <p:nvPr>
            <p:ph type="sldNum" idx="2"/>
          </p:nvPr>
        </p:nvSpPr>
        <p:spPr/>
        <p:txBody>
          <a:bodyPr/>
          <a:lstStyle/>
          <a:p>
            <a:fld id="{97079C45-AA8B-4BC2-BFAE-7D27532C2935}" type="slidenum">
              <a:rPr lang="en-IN" smtClean="0"/>
              <a:t>8</a:t>
            </a:fld>
            <a:endParaRPr lang="en-IN"/>
          </a:p>
        </p:txBody>
      </p:sp>
    </p:spTree>
    <p:extLst>
      <p:ext uri="{BB962C8B-B14F-4D97-AF65-F5344CB8AC3E}">
        <p14:creationId xmlns:p14="http://schemas.microsoft.com/office/powerpoint/2010/main" val="3366746904"/>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SYSTEM REQUIREMENTS</a:t>
            </a:r>
          </a:p>
        </p:txBody>
      </p:sp>
      <p:sp>
        <p:nvSpPr>
          <p:cNvPr id="95" name="PlaceHolder 2"/>
          <p:cNvSpPr>
            <a:spLocks noGrp="1"/>
          </p:cNvSpPr>
          <p:nvPr>
            <p:ph idx="4294967295"/>
          </p:nvPr>
        </p:nvSpPr>
        <p:spPr>
          <a:xfrm>
            <a:off x="238680" y="1262160"/>
            <a:ext cx="8719560" cy="4740840"/>
          </a:xfrm>
          <a:prstGeom prst="rect">
            <a:avLst/>
          </a:prstGeom>
          <a:noFill/>
          <a:ln w="0">
            <a:noFill/>
          </a:ln>
        </p:spPr>
        <p:txBody>
          <a:bodyPr numCol="1" spcCol="0" anchor="t">
            <a:noAutofit/>
          </a:bodyPr>
          <a:lstStyle/>
          <a:p>
            <a:pPr marL="0" indent="0">
              <a:buNone/>
            </a:pPr>
            <a:r>
              <a:rPr lang="en-US" b="1" u="sng" strike="noStrike" spc="-1" dirty="0">
                <a:solidFill>
                  <a:srgbClr val="C00000"/>
                </a:solidFill>
                <a:latin typeface="Cambria" pitchFamily="18" charset="0"/>
                <a:ea typeface="Cambria" pitchFamily="18" charset="0"/>
              </a:rPr>
              <a:t>Software Requirements:</a:t>
            </a:r>
          </a:p>
          <a:p>
            <a:pPr>
              <a:lnSpc>
                <a:spcPct val="150000"/>
              </a:lnSpc>
              <a:buFont typeface="Wingdings" panose="05000000000000000000" pitchFamily="2" charset="2"/>
              <a:buChar char="ü"/>
            </a:pPr>
            <a:r>
              <a:rPr lang="en-US" sz="2400" spc="-1" dirty="0">
                <a:latin typeface="Cambria" pitchFamily="18" charset="0"/>
                <a:ea typeface="Cambria" pitchFamily="18" charset="0"/>
              </a:rPr>
              <a:t> </a:t>
            </a:r>
            <a:r>
              <a:rPr lang="en-US" altLang="en-US" sz="2000" spc="-1" dirty="0">
                <a:latin typeface="Times New Roman" panose="02020603050405020304" charset="0"/>
                <a:ea typeface="Cambria" panose="02040503050406030204" pitchFamily="18" charset="0"/>
                <a:cs typeface="Times New Roman" panose="02020603050405020304" charset="0"/>
              </a:rPr>
              <a:t>Frontend: HTML, CSS, JavaScript</a:t>
            </a:r>
          </a:p>
          <a:p>
            <a:pPr>
              <a:lnSpc>
                <a:spcPct val="150000"/>
              </a:lnSpc>
              <a:buFont typeface="Wingdings" panose="05000000000000000000" pitchFamily="2" charset="2"/>
              <a:buChar char="ü"/>
            </a:pPr>
            <a:r>
              <a:rPr lang="en-US" altLang="en-US" sz="2000" spc="-1" dirty="0">
                <a:latin typeface="Times New Roman" panose="02020603050405020304" charset="0"/>
                <a:ea typeface="Cambria" panose="02040503050406030204" pitchFamily="18" charset="0"/>
                <a:cs typeface="Times New Roman" panose="02020603050405020304" charset="0"/>
              </a:rPr>
              <a:t> Backend: Python (Flask Framework)</a:t>
            </a:r>
          </a:p>
          <a:p>
            <a:pPr>
              <a:lnSpc>
                <a:spcPct val="150000"/>
              </a:lnSpc>
              <a:buFont typeface="Wingdings" panose="05000000000000000000" pitchFamily="2" charset="2"/>
              <a:buChar char="ü"/>
            </a:pPr>
            <a:r>
              <a:rPr lang="en-US" altLang="en-US" sz="2000" spc="-1" dirty="0">
                <a:latin typeface="Times New Roman" panose="02020603050405020304" charset="0"/>
                <a:ea typeface="Cambria" panose="02040503050406030204" pitchFamily="18" charset="0"/>
                <a:cs typeface="Times New Roman" panose="02020603050405020304" charset="0"/>
              </a:rPr>
              <a:t> Database: MYSQL</a:t>
            </a:r>
          </a:p>
          <a:p>
            <a:pPr>
              <a:lnSpc>
                <a:spcPct val="150000"/>
              </a:lnSpc>
              <a:buFont typeface="Wingdings" panose="05000000000000000000" pitchFamily="2" charset="2"/>
              <a:buChar char="ü"/>
            </a:pPr>
            <a:r>
              <a:rPr lang="en-US" altLang="en-US" sz="2000" spc="-1" dirty="0">
                <a:latin typeface="Times New Roman" panose="02020603050405020304" charset="0"/>
                <a:ea typeface="Cambria" panose="02040503050406030204" pitchFamily="18" charset="0"/>
                <a:cs typeface="Times New Roman" panose="02020603050405020304" charset="0"/>
              </a:rPr>
              <a:t> Model Algorithm: Random forest classifier, Logistic Regression, 				     </a:t>
            </a:r>
            <a:r>
              <a:rPr lang="en-US" altLang="en-US" sz="2000" spc="-1" dirty="0" err="1">
                <a:latin typeface="Times New Roman" panose="02020603050405020304" charset="0"/>
                <a:ea typeface="Cambria" panose="02040503050406030204" pitchFamily="18" charset="0"/>
                <a:cs typeface="Times New Roman" panose="02020603050405020304" charset="0"/>
              </a:rPr>
              <a:t>LightGBM</a:t>
            </a:r>
            <a:endParaRPr lang="en-US" altLang="en-US" sz="2000" spc="-1" dirty="0">
              <a:latin typeface="Times New Roman" panose="02020603050405020304" charset="0"/>
              <a:ea typeface="Cambria" panose="02040503050406030204" pitchFamily="18" charset="0"/>
              <a:cs typeface="Times New Roman" panose="02020603050405020304" charset="0"/>
            </a:endParaRPr>
          </a:p>
          <a:p>
            <a:pPr>
              <a:lnSpc>
                <a:spcPct val="150000"/>
              </a:lnSpc>
              <a:buFont typeface="Wingdings" panose="05000000000000000000" pitchFamily="2" charset="2"/>
              <a:buChar char="ü"/>
            </a:pPr>
            <a:r>
              <a:rPr lang="en-US" altLang="en-US" sz="2000" spc="-1" dirty="0">
                <a:latin typeface="Times New Roman" panose="02020603050405020304" charset="0"/>
                <a:ea typeface="Cambria" panose="02040503050406030204" pitchFamily="18" charset="0"/>
                <a:cs typeface="Times New Roman" panose="02020603050405020304" charset="0"/>
              </a:rPr>
              <a:t> Tools: VS Code, Web Browser</a:t>
            </a: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F7F73DC1-B58E-4D57-9BA7-AF7B6B6477BF}"/>
              </a:ext>
            </a:extLst>
          </p:cNvPr>
          <p:cNvSpPr>
            <a:spLocks noGrp="1"/>
          </p:cNvSpPr>
          <p:nvPr>
            <p:ph type="sldNum" idx="2"/>
          </p:nvPr>
        </p:nvSpPr>
        <p:spPr/>
        <p:txBody>
          <a:bodyPr/>
          <a:lstStyle/>
          <a:p>
            <a:fld id="{97079C45-AA8B-4BC2-BFAE-7D27532C2935}" type="slidenum">
              <a:rPr lang="en-IN" smtClean="0"/>
              <a:t>9</a:t>
            </a:fld>
            <a:endParaRPr lang="en-IN"/>
          </a:p>
        </p:txBody>
      </p:sp>
    </p:spTree>
    <p:extLst>
      <p:ext uri="{BB962C8B-B14F-4D97-AF65-F5344CB8AC3E}">
        <p14:creationId xmlns:p14="http://schemas.microsoft.com/office/powerpoint/2010/main" val="4074981575"/>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FLOW DIAGRAM</a:t>
            </a:r>
          </a:p>
        </p:txBody>
      </p:sp>
      <p:sp>
        <p:nvSpPr>
          <p:cNvPr id="95" name="PlaceHolder 2"/>
          <p:cNvSpPr>
            <a:spLocks noGrp="1"/>
          </p:cNvSpPr>
          <p:nvPr>
            <p:ph idx="4294967295"/>
          </p:nvPr>
        </p:nvSpPr>
        <p:spPr>
          <a:xfrm>
            <a:off x="238680" y="1262160"/>
            <a:ext cx="8719560" cy="4986240"/>
          </a:xfrm>
          <a:prstGeom prst="rect">
            <a:avLst/>
          </a:prstGeom>
          <a:noFill/>
          <a:ln w="0">
            <a:noFill/>
          </a:ln>
        </p:spPr>
        <p:txBody>
          <a:bodyPr numCol="1" spcCol="0" anchor="t">
            <a:noAutofit/>
          </a:bodyPr>
          <a:lstStyle/>
          <a:p>
            <a:pPr marL="0" indent="0">
              <a:buNone/>
            </a:pPr>
            <a:endParaRPr lang="en-US" sz="2400" b="1"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lgn="ctr">
              <a:lnSpc>
                <a:spcPct val="100000"/>
              </a:lnSpc>
              <a:buNone/>
            </a:pPr>
            <a:r>
              <a:rPr lang="en-US" sz="2000" b="1" spc="-1" dirty="0">
                <a:latin typeface="Times New Roman" panose="02020603050405020304" pitchFamily="18" charset="0"/>
                <a:ea typeface="Cambria" pitchFamily="18" charset="0"/>
                <a:cs typeface="Times New Roman" panose="02020603050405020304" pitchFamily="18" charset="0"/>
              </a:rPr>
              <a:t>Figure 1.1 : System Flow of the Loan Default Prediction System</a:t>
            </a: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pic>
        <p:nvPicPr>
          <p:cNvPr id="6" name="Picture 5">
            <a:extLst>
              <a:ext uri="{FF2B5EF4-FFF2-40B4-BE49-F238E27FC236}">
                <a16:creationId xmlns:a16="http://schemas.microsoft.com/office/drawing/2014/main" id="{85F7F57F-78CA-333F-CC65-D9617445D5F5}"/>
              </a:ext>
            </a:extLst>
          </p:cNvPr>
          <p:cNvPicPr>
            <a:picLocks noChangeAspect="1"/>
          </p:cNvPicPr>
          <p:nvPr/>
        </p:nvPicPr>
        <p:blipFill>
          <a:blip r:embed="rId2">
            <a:extLst>
              <a:ext uri="{28A0092B-C50C-407E-A947-70E740481C1C}">
                <a14:useLocalDpi xmlns:a14="http://schemas.microsoft.com/office/drawing/2010/main" val="0"/>
              </a:ext>
            </a:extLst>
          </a:blip>
          <a:srcRect b="7049"/>
          <a:stretch>
            <a:fillRect/>
          </a:stretch>
        </p:blipFill>
        <p:spPr>
          <a:xfrm>
            <a:off x="1676400" y="844123"/>
            <a:ext cx="5257800" cy="4986240"/>
          </a:xfrm>
          <a:prstGeom prst="rect">
            <a:avLst/>
          </a:prstGeom>
        </p:spPr>
      </p:pic>
      <p:sp>
        <p:nvSpPr>
          <p:cNvPr id="2" name="Slide Number Placeholder 1">
            <a:extLst>
              <a:ext uri="{FF2B5EF4-FFF2-40B4-BE49-F238E27FC236}">
                <a16:creationId xmlns:a16="http://schemas.microsoft.com/office/drawing/2014/main" id="{0E7627E1-355F-96EE-F421-21966CC3A065}"/>
              </a:ext>
            </a:extLst>
          </p:cNvPr>
          <p:cNvSpPr>
            <a:spLocks noGrp="1"/>
          </p:cNvSpPr>
          <p:nvPr>
            <p:ph type="sldNum" idx="2"/>
          </p:nvPr>
        </p:nvSpPr>
        <p:spPr/>
        <p:txBody>
          <a:bodyPr/>
          <a:lstStyle/>
          <a:p>
            <a:fld id="{97079C45-AA8B-4BC2-BFAE-7D27532C2935}" type="slidenum">
              <a:rPr lang="en-IN" smtClean="0"/>
              <a:t>10</a:t>
            </a:fld>
            <a:endParaRPr lang="en-IN"/>
          </a:p>
        </p:txBody>
      </p:sp>
    </p:spTree>
    <p:extLst>
      <p:ext uri="{BB962C8B-B14F-4D97-AF65-F5344CB8AC3E}">
        <p14:creationId xmlns:p14="http://schemas.microsoft.com/office/powerpoint/2010/main" val="3657106199"/>
      </p:ext>
    </p:extLst>
  </p:cSld>
  <p:clrMapOvr>
    <a:masterClrMapping/>
  </p:clrMapOvr>
  <p:transition spd="slow">
    <p:randomBar dir="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PROJECT CARRIED OUT</a:t>
            </a:r>
          </a:p>
        </p:txBody>
      </p:sp>
      <p:sp>
        <p:nvSpPr>
          <p:cNvPr id="95" name="PlaceHolder 2"/>
          <p:cNvSpPr>
            <a:spLocks noGrp="1"/>
          </p:cNvSpPr>
          <p:nvPr>
            <p:ph idx="4294967295"/>
          </p:nvPr>
        </p:nvSpPr>
        <p:spPr>
          <a:xfrm>
            <a:off x="238680" y="1262160"/>
            <a:ext cx="8719560" cy="4986240"/>
          </a:xfrm>
          <a:prstGeom prst="rect">
            <a:avLst/>
          </a:prstGeom>
          <a:noFill/>
          <a:ln w="0">
            <a:noFill/>
          </a:ln>
        </p:spPr>
        <p:txBody>
          <a:bodyPr numCol="1" spcCol="0" anchor="t">
            <a:noAutofit/>
          </a:bodyPr>
          <a:lstStyle/>
          <a:p>
            <a:pPr marL="0" indent="0">
              <a:buNone/>
            </a:pPr>
            <a:r>
              <a:rPr lang="en-US" sz="2400" b="1" spc="-1" dirty="0">
                <a:latin typeface="Cambria" pitchFamily="18" charset="0"/>
                <a:ea typeface="Cambria" pitchFamily="18" charset="0"/>
              </a:rPr>
              <a:t>Project Objectives:</a:t>
            </a:r>
          </a:p>
          <a:p>
            <a:r>
              <a:rPr lang="en-US" sz="2000" dirty="0">
                <a:latin typeface="Times New Roman" panose="02020603050405020304" pitchFamily="18" charset="0"/>
                <a:cs typeface="Times New Roman" panose="02020603050405020304" pitchFamily="18" charset="0"/>
              </a:rPr>
              <a:t>To develop a machine learning model for loan default prediction</a:t>
            </a:r>
          </a:p>
          <a:p>
            <a:r>
              <a:rPr lang="en-US" sz="2000" dirty="0">
                <a:latin typeface="Times New Roman" panose="02020603050405020304" pitchFamily="18" charset="0"/>
                <a:cs typeface="Times New Roman" panose="02020603050405020304" pitchFamily="18" charset="0"/>
              </a:rPr>
              <a:t>To automate the loan risk assessment process</a:t>
            </a:r>
          </a:p>
          <a:p>
            <a:r>
              <a:rPr lang="en-US" sz="2000" dirty="0">
                <a:latin typeface="Times New Roman" panose="02020603050405020304" pitchFamily="18" charset="0"/>
                <a:cs typeface="Times New Roman" panose="02020603050405020304" pitchFamily="18" charset="0"/>
              </a:rPr>
              <a:t>To create a user-friendly web application</a:t>
            </a:r>
          </a:p>
          <a:p>
            <a:r>
              <a:rPr lang="en-US" sz="2000" dirty="0">
                <a:latin typeface="Times New Roman" panose="02020603050405020304" pitchFamily="18" charset="0"/>
                <a:cs typeface="Times New Roman" panose="02020603050405020304" pitchFamily="18" charset="0"/>
              </a:rPr>
              <a:t>To improve decision-making for loan approval</a:t>
            </a:r>
          </a:p>
          <a:p>
            <a:r>
              <a:rPr lang="en-US" sz="2000" dirty="0">
                <a:latin typeface="Times New Roman" panose="02020603050405020304" pitchFamily="18" charset="0"/>
                <a:cs typeface="Times New Roman" panose="02020603050405020304" pitchFamily="18" charset="0"/>
              </a:rPr>
              <a:t>To maintain and analyze applicant records efficiently</a:t>
            </a:r>
            <a:endParaRPr lang="en-US" sz="2000" b="1"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sz="2400" b="1"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CE29398B-5C82-3452-6C5C-144BD17BDD62}"/>
              </a:ext>
            </a:extLst>
          </p:cNvPr>
          <p:cNvSpPr>
            <a:spLocks noGrp="1"/>
          </p:cNvSpPr>
          <p:nvPr>
            <p:ph type="sldNum" idx="2"/>
          </p:nvPr>
        </p:nvSpPr>
        <p:spPr/>
        <p:txBody>
          <a:bodyPr/>
          <a:lstStyle/>
          <a:p>
            <a:fld id="{97079C45-AA8B-4BC2-BFAE-7D27532C2935}" type="slidenum">
              <a:rPr lang="en-IN" smtClean="0"/>
              <a:t>11</a:t>
            </a:fld>
            <a:endParaRPr lang="en-IN"/>
          </a:p>
        </p:txBody>
      </p:sp>
    </p:spTree>
    <p:extLst>
      <p:ext uri="{BB962C8B-B14F-4D97-AF65-F5344CB8AC3E}">
        <p14:creationId xmlns:p14="http://schemas.microsoft.com/office/powerpoint/2010/main" val="4081103149"/>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DF56A-C1F3-B000-9889-A31131432C76}"/>
            </a:ext>
          </a:extLst>
        </p:cNvPr>
        <p:cNvGrpSpPr/>
        <p:nvPr/>
      </p:nvGrpSpPr>
      <p:grpSpPr>
        <a:xfrm>
          <a:off x="0" y="0"/>
          <a:ext cx="0" cy="0"/>
          <a:chOff x="0" y="0"/>
          <a:chExt cx="0" cy="0"/>
        </a:xfrm>
      </p:grpSpPr>
      <p:sp>
        <p:nvSpPr>
          <p:cNvPr id="94" name="PlaceHolder 1">
            <a:extLst>
              <a:ext uri="{FF2B5EF4-FFF2-40B4-BE49-F238E27FC236}">
                <a16:creationId xmlns:a16="http://schemas.microsoft.com/office/drawing/2014/main" id="{54204736-7198-9CF8-906F-49E42EAE6783}"/>
              </a:ext>
            </a:extLst>
          </p:cNvPr>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PROJECT CARRIED OUT</a:t>
            </a:r>
          </a:p>
        </p:txBody>
      </p:sp>
      <p:sp>
        <p:nvSpPr>
          <p:cNvPr id="95" name="PlaceHolder 2">
            <a:extLst>
              <a:ext uri="{FF2B5EF4-FFF2-40B4-BE49-F238E27FC236}">
                <a16:creationId xmlns:a16="http://schemas.microsoft.com/office/drawing/2014/main" id="{E03DA5E5-F0FC-83F7-9A66-3F50B3F26612}"/>
              </a:ext>
            </a:extLst>
          </p:cNvPr>
          <p:cNvSpPr>
            <a:spLocks noGrp="1"/>
          </p:cNvSpPr>
          <p:nvPr>
            <p:ph idx="4294967295"/>
          </p:nvPr>
        </p:nvSpPr>
        <p:spPr>
          <a:xfrm>
            <a:off x="238680" y="771943"/>
            <a:ext cx="8719560" cy="4986240"/>
          </a:xfrm>
          <a:prstGeom prst="rect">
            <a:avLst/>
          </a:prstGeom>
          <a:noFill/>
          <a:ln w="0">
            <a:noFill/>
          </a:ln>
        </p:spPr>
        <p:txBody>
          <a:bodyPr numCol="1" spcCol="0" anchor="t">
            <a:noAutofit/>
          </a:bodyPr>
          <a:lstStyle/>
          <a:p>
            <a:pPr marL="0" indent="0">
              <a:buNone/>
            </a:pPr>
            <a:r>
              <a:rPr lang="en-US" sz="2400" b="1" spc="-1" dirty="0">
                <a:latin typeface="Times New Roman" panose="02020603050405020304" pitchFamily="18" charset="0"/>
                <a:ea typeface="Cambria" pitchFamily="18" charset="0"/>
                <a:cs typeface="Times New Roman" panose="02020603050405020304" pitchFamily="18" charset="0"/>
              </a:rPr>
              <a:t>Methodology</a:t>
            </a:r>
          </a:p>
          <a:p>
            <a:pPr>
              <a:lnSpc>
                <a:spcPct val="150000"/>
              </a:lnSpc>
            </a:pPr>
            <a:r>
              <a:rPr lang="en-US" sz="2000" strike="noStrike" spc="-1" dirty="0">
                <a:latin typeface="Times New Roman" panose="02020603050405020304" pitchFamily="18" charset="0"/>
                <a:ea typeface="Cambria" pitchFamily="18" charset="0"/>
                <a:cs typeface="Times New Roman" panose="02020603050405020304" pitchFamily="18" charset="0"/>
              </a:rPr>
              <a:t>The system collects loan applicant details such as income , credit score,       employment status and loan amount.</a:t>
            </a:r>
          </a:p>
          <a:p>
            <a:pPr>
              <a:lnSpc>
                <a:spcPct val="150000"/>
              </a:lnSpc>
            </a:pPr>
            <a:r>
              <a:rPr lang="en-US" sz="2000" dirty="0">
                <a:latin typeface="Times New Roman" panose="02020603050405020304" pitchFamily="18" charset="0"/>
                <a:cs typeface="Times New Roman" panose="02020603050405020304" pitchFamily="18" charset="0"/>
              </a:rPr>
              <a:t>The collected data is cleaned and preprocessed to remove errors and handle missing values.</a:t>
            </a:r>
          </a:p>
          <a:p>
            <a:pPr>
              <a:lnSpc>
                <a:spcPct val="150000"/>
              </a:lnSpc>
            </a:pPr>
            <a:r>
              <a:rPr lang="en-US" sz="2000" dirty="0">
                <a:latin typeface="Times New Roman" panose="02020603050405020304" pitchFamily="18" charset="0"/>
                <a:cs typeface="Times New Roman" panose="02020603050405020304" pitchFamily="18" charset="0"/>
              </a:rPr>
              <a:t>Important features are extracted and given to the machine learning model for analysis. </a:t>
            </a:r>
          </a:p>
          <a:p>
            <a:pPr>
              <a:lnSpc>
                <a:spcPct val="150000"/>
              </a:lnSpc>
            </a:pPr>
            <a:r>
              <a:rPr lang="en-US" sz="2000" dirty="0">
                <a:latin typeface="Times New Roman" panose="02020603050405020304" pitchFamily="18" charset="0"/>
                <a:cs typeface="Times New Roman" panose="02020603050405020304" pitchFamily="18" charset="0"/>
              </a:rPr>
              <a:t>The trained model predicts whether the applicant belongs to Low Risk, Medium Risk, or High Risk category.</a:t>
            </a:r>
          </a:p>
          <a:p>
            <a:pPr>
              <a:lnSpc>
                <a:spcPct val="150000"/>
              </a:lnSpc>
            </a:pPr>
            <a:r>
              <a:rPr lang="en-US" sz="2000" dirty="0">
                <a:latin typeface="Times New Roman" panose="02020603050405020304" pitchFamily="18" charset="0"/>
                <a:cs typeface="Times New Roman" panose="02020603050405020304" pitchFamily="18" charset="0"/>
              </a:rPr>
              <a:t>The prediction result is stored in the database and displayed to the user, while the admin can review and manage loan applications.</a:t>
            </a:r>
          </a:p>
          <a:p>
            <a:endParaRPr lang="en-US" sz="2000"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trike="noStrike"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Times New Roman" panose="02020603050405020304" pitchFamily="18" charset="0"/>
              <a:ea typeface="Cambria"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AEE3546-9D0E-9895-FA98-F4E71BC60AC6}"/>
              </a:ext>
            </a:extLst>
          </p:cNvPr>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4E007EC7-07CE-EC54-3769-F6672B266FDC}"/>
              </a:ext>
            </a:extLst>
          </p:cNvPr>
          <p:cNvSpPr>
            <a:spLocks noGrp="1"/>
          </p:cNvSpPr>
          <p:nvPr>
            <p:ph type="sldNum" idx="2"/>
          </p:nvPr>
        </p:nvSpPr>
        <p:spPr/>
        <p:txBody>
          <a:bodyPr/>
          <a:lstStyle/>
          <a:p>
            <a:fld id="{97079C45-AA8B-4BC2-BFAE-7D27532C2935}" type="slidenum">
              <a:rPr lang="en-IN" smtClean="0"/>
              <a:t>12</a:t>
            </a:fld>
            <a:endParaRPr lang="en-IN"/>
          </a:p>
        </p:txBody>
      </p:sp>
    </p:spTree>
    <p:extLst>
      <p:ext uri="{BB962C8B-B14F-4D97-AF65-F5344CB8AC3E}">
        <p14:creationId xmlns:p14="http://schemas.microsoft.com/office/powerpoint/2010/main" val="3402355555"/>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9DBC-DDE3-70E5-117E-7DE5954C3F86}"/>
            </a:ext>
          </a:extLst>
        </p:cNvPr>
        <p:cNvGrpSpPr/>
        <p:nvPr/>
      </p:nvGrpSpPr>
      <p:grpSpPr>
        <a:xfrm>
          <a:off x="0" y="0"/>
          <a:ext cx="0" cy="0"/>
          <a:chOff x="0" y="0"/>
          <a:chExt cx="0" cy="0"/>
        </a:xfrm>
      </p:grpSpPr>
      <p:sp>
        <p:nvSpPr>
          <p:cNvPr id="94" name="PlaceHolder 1">
            <a:extLst>
              <a:ext uri="{FF2B5EF4-FFF2-40B4-BE49-F238E27FC236}">
                <a16:creationId xmlns:a16="http://schemas.microsoft.com/office/drawing/2014/main" id="{1BD292CF-2FAA-F3A5-A8B0-5A0C3C1DA205}"/>
              </a:ext>
            </a:extLst>
          </p:cNvPr>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PROJECT CARRIED OUT</a:t>
            </a:r>
          </a:p>
        </p:txBody>
      </p:sp>
      <p:sp>
        <p:nvSpPr>
          <p:cNvPr id="95" name="PlaceHolder 2">
            <a:extLst>
              <a:ext uri="{FF2B5EF4-FFF2-40B4-BE49-F238E27FC236}">
                <a16:creationId xmlns:a16="http://schemas.microsoft.com/office/drawing/2014/main" id="{2AE46DC3-883B-C382-6B39-5770CE43FEEC}"/>
              </a:ext>
            </a:extLst>
          </p:cNvPr>
          <p:cNvSpPr>
            <a:spLocks noGrp="1"/>
          </p:cNvSpPr>
          <p:nvPr>
            <p:ph idx="4294967295"/>
          </p:nvPr>
        </p:nvSpPr>
        <p:spPr>
          <a:xfrm>
            <a:off x="238680" y="1262160"/>
            <a:ext cx="8719560" cy="4986240"/>
          </a:xfrm>
          <a:prstGeom prst="rect">
            <a:avLst/>
          </a:prstGeom>
          <a:noFill/>
          <a:ln w="0">
            <a:noFill/>
          </a:ln>
        </p:spPr>
        <p:txBody>
          <a:bodyPr numCol="1" spcCol="0" anchor="t">
            <a:noAutofit/>
          </a:bodyPr>
          <a:lstStyle/>
          <a:p>
            <a:pPr marL="0" indent="0">
              <a:buNone/>
            </a:pPr>
            <a:r>
              <a:rPr lang="en-US" sz="2400" b="1" spc="-1" dirty="0">
                <a:latin typeface="Cambria" pitchFamily="18" charset="0"/>
                <a:ea typeface="Cambria" pitchFamily="18" charset="0"/>
              </a:rPr>
              <a:t>Modules Developed</a:t>
            </a:r>
          </a:p>
          <a:p>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Flask</a:t>
            </a:r>
          </a:p>
          <a:p>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MYSQL</a:t>
            </a:r>
          </a:p>
          <a:p>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Random Forest</a:t>
            </a:r>
          </a:p>
          <a:p>
            <a:r>
              <a:rPr lang="en-US" altLang="en-US" sz="2000" spc="-1" dirty="0">
                <a:latin typeface="Times New Roman" panose="02020603050405020304" pitchFamily="18" charset="0"/>
                <a:ea typeface="Cambria" panose="02040503050406030204" pitchFamily="18" charset="0"/>
                <a:cs typeface="Times New Roman" panose="02020603050405020304" pitchFamily="18" charset="0"/>
              </a:rPr>
              <a:t>Logistic regression</a:t>
            </a:r>
          </a:p>
          <a:p>
            <a:r>
              <a:rPr lang="en-US" altLang="en-US" sz="2000" spc="-1" dirty="0" err="1">
                <a:latin typeface="Times New Roman" panose="02020603050405020304" pitchFamily="18" charset="0"/>
                <a:ea typeface="Cambria" panose="02040503050406030204" pitchFamily="18" charset="0"/>
                <a:cs typeface="Times New Roman" panose="02020603050405020304" pitchFamily="18" charset="0"/>
              </a:rPr>
              <a:t>LightGBM</a:t>
            </a:r>
            <a:endParaRPr lang="en-US" sz="2400" b="1" spc="-1" dirty="0">
              <a:latin typeface="Cambria" pitchFamily="18" charset="0"/>
              <a:ea typeface="Cambria" pitchFamily="18" charset="0"/>
            </a:endParaRPr>
          </a:p>
          <a:p>
            <a:pPr marL="0" indent="0">
              <a:buNone/>
            </a:pPr>
            <a:r>
              <a:rPr lang="en-US" sz="2400" b="1" spc="-1" dirty="0">
                <a:latin typeface="Cambria" pitchFamily="18" charset="0"/>
                <a:ea typeface="Cambria" pitchFamily="18" charset="0"/>
              </a:rPr>
              <a:t>Challenges Faced</a:t>
            </a:r>
          </a:p>
          <a:p>
            <a:r>
              <a:rPr lang="en-US" sz="2000" spc="-1" dirty="0">
                <a:latin typeface="Times New Roman" panose="02020603050405020304" pitchFamily="18" charset="0"/>
                <a:ea typeface="Cambria" pitchFamily="18" charset="0"/>
                <a:cs typeface="Times New Roman" panose="02020603050405020304" pitchFamily="18" charset="0"/>
              </a:rPr>
              <a:t>Data Quality Issues – Missing or incorrect data</a:t>
            </a:r>
          </a:p>
          <a:p>
            <a:r>
              <a:rPr lang="en-US" sz="2000" spc="-1" dirty="0">
                <a:latin typeface="Times New Roman" panose="02020603050405020304" pitchFamily="18" charset="0"/>
                <a:ea typeface="Cambria" pitchFamily="18" charset="0"/>
                <a:cs typeface="Times New Roman" panose="02020603050405020304" pitchFamily="18" charset="0"/>
              </a:rPr>
              <a:t>Imbalanced Dataset – Fewer default cases than non-default</a:t>
            </a:r>
          </a:p>
          <a:p>
            <a:r>
              <a:rPr lang="en-US" sz="2000" spc="-1" dirty="0">
                <a:latin typeface="Times New Roman" panose="02020603050405020304" pitchFamily="18" charset="0"/>
                <a:ea typeface="Cambria" pitchFamily="18" charset="0"/>
                <a:cs typeface="Times New Roman" panose="02020603050405020304" pitchFamily="18" charset="0"/>
              </a:rPr>
              <a:t>Model Accuracy – Difficulty achieving high accuracy</a:t>
            </a:r>
          </a:p>
          <a:p>
            <a:r>
              <a:rPr lang="en-US" sz="2000" spc="-1" dirty="0">
                <a:latin typeface="Times New Roman" panose="02020603050405020304" pitchFamily="18" charset="0"/>
                <a:ea typeface="Cambria" pitchFamily="18" charset="0"/>
                <a:cs typeface="Times New Roman" panose="02020603050405020304" pitchFamily="18" charset="0"/>
              </a:rPr>
              <a:t>Feature Selection – Choosing important factors</a:t>
            </a:r>
          </a:p>
          <a:p>
            <a:r>
              <a:rPr lang="en-US" sz="2000" spc="-1" dirty="0">
                <a:latin typeface="Times New Roman" panose="02020603050405020304" pitchFamily="18" charset="0"/>
                <a:ea typeface="Cambria" pitchFamily="18" charset="0"/>
                <a:cs typeface="Times New Roman" panose="02020603050405020304" pitchFamily="18" charset="0"/>
              </a:rPr>
              <a:t>Overfitting – Model works well on training but not on new data</a:t>
            </a:r>
          </a:p>
          <a:p>
            <a:pPr marL="0" indent="0">
              <a:buNone/>
            </a:pPr>
            <a:endParaRPr lang="en-US" sz="2000" b="1" u="sng" strike="noStrike"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sz="2000" b="1" u="sng" spc="-1" dirty="0">
              <a:latin typeface="Times New Roman" panose="02020603050405020304" pitchFamily="18" charset="0"/>
              <a:ea typeface="Cambria" pitchFamily="18" charset="0"/>
              <a:cs typeface="Times New Roman" panose="02020603050405020304"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p:txBody>
      </p:sp>
      <p:sp>
        <p:nvSpPr>
          <p:cNvPr id="5" name="TextBox 4">
            <a:extLst>
              <a:ext uri="{FF2B5EF4-FFF2-40B4-BE49-F238E27FC236}">
                <a16:creationId xmlns:a16="http://schemas.microsoft.com/office/drawing/2014/main" id="{6F8E227F-AA9F-1E5C-1C39-DE8E812BFFC1}"/>
              </a:ext>
            </a:extLst>
          </p:cNvPr>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7C96C3D1-AF34-CD3A-38C0-221156D84E7D}"/>
              </a:ext>
            </a:extLst>
          </p:cNvPr>
          <p:cNvSpPr>
            <a:spLocks noGrp="1"/>
          </p:cNvSpPr>
          <p:nvPr>
            <p:ph type="sldNum" idx="2"/>
          </p:nvPr>
        </p:nvSpPr>
        <p:spPr/>
        <p:txBody>
          <a:bodyPr/>
          <a:lstStyle/>
          <a:p>
            <a:fld id="{97079C45-AA8B-4BC2-BFAE-7D27532C2935}" type="slidenum">
              <a:rPr lang="en-IN" smtClean="0"/>
              <a:t>13</a:t>
            </a:fld>
            <a:endParaRPr lang="en-IN"/>
          </a:p>
        </p:txBody>
      </p:sp>
    </p:spTree>
    <p:extLst>
      <p:ext uri="{BB962C8B-B14F-4D97-AF65-F5344CB8AC3E}">
        <p14:creationId xmlns:p14="http://schemas.microsoft.com/office/powerpoint/2010/main" val="3204833512"/>
      </p:ext>
    </p:extLst>
  </p:cSld>
  <p:clrMapOvr>
    <a:masterClrMapping/>
  </p:clrMapOvr>
  <p:transition spd="slow">
    <p:randomBar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sz="4400" b="1" strike="noStrike" spc="-1" dirty="0">
                <a:solidFill>
                  <a:srgbClr val="002060"/>
                </a:solidFill>
                <a:latin typeface="Cambria" pitchFamily="18" charset="0"/>
                <a:ea typeface="Cambria" pitchFamily="18" charset="0"/>
              </a:rPr>
              <a:t>PROJECT CARRIED OUT</a:t>
            </a:r>
          </a:p>
        </p:txBody>
      </p:sp>
      <p:sp>
        <p:nvSpPr>
          <p:cNvPr id="95" name="PlaceHolder 2"/>
          <p:cNvSpPr>
            <a:spLocks noGrp="1"/>
          </p:cNvSpPr>
          <p:nvPr>
            <p:ph idx="4294967295"/>
          </p:nvPr>
        </p:nvSpPr>
        <p:spPr>
          <a:xfrm>
            <a:off x="212219" y="1074793"/>
            <a:ext cx="8719560" cy="4986240"/>
          </a:xfrm>
          <a:prstGeom prst="rect">
            <a:avLst/>
          </a:prstGeom>
          <a:noFill/>
          <a:ln w="0">
            <a:noFill/>
          </a:ln>
        </p:spPr>
        <p:txBody>
          <a:bodyPr numCol="1" spcCol="0" anchor="t">
            <a:noAutofit/>
          </a:bodyPr>
          <a:lstStyle/>
          <a:p>
            <a:pPr marL="0" indent="0">
              <a:buNone/>
            </a:pPr>
            <a:r>
              <a:rPr lang="en-US" sz="2400" b="1" spc="-1" dirty="0">
                <a:latin typeface="Cambria" pitchFamily="18" charset="0"/>
                <a:ea typeface="Cambria" pitchFamily="18" charset="0"/>
              </a:rPr>
              <a:t>Solutions Implemented</a:t>
            </a:r>
          </a:p>
          <a:p>
            <a:pPr marL="0" indent="0">
              <a:buNone/>
            </a:pPr>
            <a:endParaRPr lang="en-US" sz="2400" b="1" spc="-1" dirty="0">
              <a:latin typeface="Cambria" pitchFamily="18" charset="0"/>
              <a:ea typeface="Cambria" pitchFamily="18" charset="0"/>
            </a:endParaRPr>
          </a:p>
          <a:p>
            <a:endParaRPr lang="en-US" sz="2400" b="1" spc="-1" dirty="0">
              <a:latin typeface="Cambria" pitchFamily="18" charset="0"/>
              <a:ea typeface="Cambria" pitchFamily="18" charset="0"/>
            </a:endParaRPr>
          </a:p>
          <a:p>
            <a:endParaRPr lang="en-US" sz="2400" b="1" spc="-1" dirty="0">
              <a:latin typeface="Cambria" pitchFamily="18" charset="0"/>
              <a:ea typeface="Cambria" pitchFamily="18" charset="0"/>
            </a:endParaRPr>
          </a:p>
          <a:p>
            <a:endParaRPr lang="en-US" sz="2400" b="1" spc="-1" dirty="0">
              <a:latin typeface="Cambria" pitchFamily="18" charset="0"/>
              <a:ea typeface="Cambria" pitchFamily="18" charset="0"/>
            </a:endParaRPr>
          </a:p>
          <a:p>
            <a:pPr marL="0" indent="0">
              <a:buNone/>
            </a:pPr>
            <a:endParaRPr lang="en-US" sz="2400" b="1"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trike="noStrike" spc="-1" dirty="0">
              <a:latin typeface="Cambria" pitchFamily="18" charset="0"/>
              <a:ea typeface="Cambria" pitchFamily="18" charset="0"/>
            </a:endParaRPr>
          </a:p>
          <a:p>
            <a:pPr marL="0" indent="0" algn="ctr">
              <a:lnSpc>
                <a:spcPct val="100000"/>
              </a:lnSpc>
              <a:buNone/>
            </a:pPr>
            <a:r>
              <a:rPr lang="en-US" sz="2000" spc="-1" dirty="0">
                <a:latin typeface="Times New Roman" panose="02020603050405020304" pitchFamily="18" charset="0"/>
                <a:ea typeface="Cambria" pitchFamily="18" charset="0"/>
                <a:cs typeface="Times New Roman" panose="02020603050405020304" pitchFamily="18" charset="0"/>
              </a:rPr>
              <a:t>Figure 1.2 : Home Page </a:t>
            </a: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a:p>
            <a:pPr marL="0" indent="0">
              <a:buNone/>
            </a:pPr>
            <a:endParaRPr lang="en-US" b="1" u="sng" spc="-1" dirty="0">
              <a:latin typeface="Cambria" pitchFamily="18" charset="0"/>
              <a:ea typeface="Cambria"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pic>
        <p:nvPicPr>
          <p:cNvPr id="2" name="Picture 1">
            <a:extLst>
              <a:ext uri="{FF2B5EF4-FFF2-40B4-BE49-F238E27FC236}">
                <a16:creationId xmlns:a16="http://schemas.microsoft.com/office/drawing/2014/main" id="{36E60726-44D2-F4F1-9B5F-FCDBAB0126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311" y="1604475"/>
            <a:ext cx="7251375" cy="4178732"/>
          </a:xfrm>
          <a:prstGeom prst="rect">
            <a:avLst/>
          </a:prstGeom>
        </p:spPr>
      </p:pic>
      <p:sp>
        <p:nvSpPr>
          <p:cNvPr id="3" name="Slide Number Placeholder 2">
            <a:extLst>
              <a:ext uri="{FF2B5EF4-FFF2-40B4-BE49-F238E27FC236}">
                <a16:creationId xmlns:a16="http://schemas.microsoft.com/office/drawing/2014/main" id="{6ACC4E29-5E6A-AE25-39D7-D88DCA400356}"/>
              </a:ext>
            </a:extLst>
          </p:cNvPr>
          <p:cNvSpPr>
            <a:spLocks noGrp="1"/>
          </p:cNvSpPr>
          <p:nvPr>
            <p:ph type="sldNum" idx="2"/>
          </p:nvPr>
        </p:nvSpPr>
        <p:spPr/>
        <p:txBody>
          <a:bodyPr/>
          <a:lstStyle/>
          <a:p>
            <a:fld id="{97079C45-AA8B-4BC2-BFAE-7D27532C2935}" type="slidenum">
              <a:rPr lang="en-IN" smtClean="0"/>
              <a:t>14</a:t>
            </a:fld>
            <a:endParaRPr lang="en-IN"/>
          </a:p>
        </p:txBody>
      </p:sp>
    </p:spTree>
    <p:extLst>
      <p:ext uri="{BB962C8B-B14F-4D97-AF65-F5344CB8AC3E}">
        <p14:creationId xmlns:p14="http://schemas.microsoft.com/office/powerpoint/2010/main" val="1137521397"/>
      </p:ext>
    </p:extLst>
  </p:cSld>
  <p:clrMapOvr>
    <a:masterClrMapping/>
  </p:clrMapOvr>
  <p:transition spd="slow">
    <p:randomBar dir="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b="1" spc="-1" dirty="0">
                <a:solidFill>
                  <a:srgbClr val="002060"/>
                </a:solidFill>
                <a:latin typeface="Cambria" pitchFamily="18" charset="0"/>
                <a:ea typeface="Cambria" pitchFamily="18" charset="0"/>
              </a:rPr>
              <a:t>FUTURE ENHANCEMENTS</a:t>
            </a: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Content Placeholder 1">
            <a:extLst>
              <a:ext uri="{FF2B5EF4-FFF2-40B4-BE49-F238E27FC236}">
                <a16:creationId xmlns:a16="http://schemas.microsoft.com/office/drawing/2014/main" id="{FF2EFC26-0CED-67E2-7E40-E3C03F3FBBB2}"/>
              </a:ext>
            </a:extLst>
          </p:cNvPr>
          <p:cNvSpPr>
            <a:spLocks noGrp="1" noChangeArrowheads="1"/>
          </p:cNvSpPr>
          <p:nvPr>
            <p:ph idx="4294967295"/>
          </p:nvPr>
        </p:nvSpPr>
        <p:spPr bwMode="auto">
          <a:xfrm>
            <a:off x="238680" y="713915"/>
            <a:ext cx="8600520" cy="506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be enhanced by using advanced machine learning and deep learning algorithms to improve prediction accuracy. </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bank transaction and credit bureau integration can be added for better loan risk analysis. </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mobile application can be developed to provide easy access for users and administrators. </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can include biometric authentication and OTP verification for improved security. </a:t>
            </a:r>
          </a:p>
          <a:p>
            <a:pPr algn="just" eaLnBrk="0" fontAlgn="base" hangingPunct="0">
              <a:lnSpc>
                <a:spcPct val="150000"/>
              </a:lnSpc>
              <a:spcBef>
                <a:spcPct val="0"/>
              </a:spcBef>
              <a:spcAft>
                <a:spcPct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analytics and graphical dashboards can be added for better monitoring of loan applications and prediction history. </a:t>
            </a:r>
          </a:p>
        </p:txBody>
      </p:sp>
      <p:sp>
        <p:nvSpPr>
          <p:cNvPr id="3" name="Slide Number Placeholder 2">
            <a:extLst>
              <a:ext uri="{FF2B5EF4-FFF2-40B4-BE49-F238E27FC236}">
                <a16:creationId xmlns:a16="http://schemas.microsoft.com/office/drawing/2014/main" id="{E2B2FA0A-EF87-F996-8F96-1A9B632B00B2}"/>
              </a:ext>
            </a:extLst>
          </p:cNvPr>
          <p:cNvSpPr>
            <a:spLocks noGrp="1"/>
          </p:cNvSpPr>
          <p:nvPr>
            <p:ph type="sldNum" idx="2"/>
          </p:nvPr>
        </p:nvSpPr>
        <p:spPr/>
        <p:txBody>
          <a:bodyPr/>
          <a:lstStyle/>
          <a:p>
            <a:fld id="{97079C45-AA8B-4BC2-BFAE-7D27532C2935}" type="slidenum">
              <a:rPr lang="en-IN" smtClean="0"/>
              <a:t>15</a:t>
            </a:fld>
            <a:endParaRPr lang="en-IN"/>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laceHolder 1"/>
          <p:cNvSpPr>
            <a:spLocks noGrp="1"/>
          </p:cNvSpPr>
          <p:nvPr>
            <p:ph type="title" idx="4294967295"/>
          </p:nvPr>
        </p:nvSpPr>
        <p:spPr>
          <a:xfrm>
            <a:off x="238680" y="185400"/>
            <a:ext cx="8719560" cy="619200"/>
          </a:xfrm>
          <a:prstGeom prst="rect">
            <a:avLst/>
          </a:prstGeom>
          <a:noFill/>
          <a:ln w="0">
            <a:noFill/>
          </a:ln>
        </p:spPr>
        <p:txBody>
          <a:bodyPr lIns="0" tIns="0" rIns="0" bIns="0" numCol="1" spcCol="0" anchor="t">
            <a:noAutofit/>
          </a:bodyPr>
          <a:lstStyle/>
          <a:p>
            <a:pPr algn="ctr">
              <a:lnSpc>
                <a:spcPct val="100000"/>
              </a:lnSpc>
              <a:buNone/>
            </a:pPr>
            <a:r>
              <a:rPr lang="en-US" b="1" spc="-1" dirty="0">
                <a:solidFill>
                  <a:srgbClr val="002060"/>
                </a:solidFill>
                <a:latin typeface="Cambria" pitchFamily="18" charset="0"/>
                <a:ea typeface="Cambria" pitchFamily="18" charset="0"/>
              </a:rPr>
              <a:t>CONCLUSION</a:t>
            </a:r>
          </a:p>
        </p:txBody>
      </p:sp>
      <p:sp>
        <p:nvSpPr>
          <p:cNvPr id="105" name="PlaceHolder 2"/>
          <p:cNvSpPr>
            <a:spLocks noGrp="1"/>
          </p:cNvSpPr>
          <p:nvPr>
            <p:ph idx="4294967295"/>
          </p:nvPr>
        </p:nvSpPr>
        <p:spPr>
          <a:xfrm>
            <a:off x="228600" y="914400"/>
            <a:ext cx="8719560" cy="5334000"/>
          </a:xfrm>
          <a:prstGeom prst="rect">
            <a:avLst/>
          </a:prstGeom>
          <a:noFill/>
          <a:ln w="0">
            <a:noFill/>
          </a:ln>
        </p:spPr>
        <p:txBody>
          <a:bodyPr numCol="1" spcCol="0" anchor="t">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Loan Default Prediction System is a machine learning–based web application developed to predict the risk level of loan applicants and assist in better loan approval decisions. </a:t>
            </a:r>
          </a:p>
          <a:p>
            <a:pPr algn="just">
              <a:lnSpc>
                <a:spcPct val="150000"/>
              </a:lnSpc>
            </a:pPr>
            <a:r>
              <a:rPr lang="en-US" sz="2000" dirty="0">
                <a:latin typeface="Times New Roman" panose="02020603050405020304" pitchFamily="18" charset="0"/>
                <a:cs typeface="Times New Roman" panose="02020603050405020304" pitchFamily="18" charset="0"/>
              </a:rPr>
              <a:t>The system analyzes applicant details such as income, credit score, employment status, loan amount, and repayment history to classify users into Low, Medium, or High risk categories.</a:t>
            </a:r>
          </a:p>
          <a:p>
            <a:pPr algn="just">
              <a:lnSpc>
                <a:spcPct val="150000"/>
              </a:lnSpc>
            </a:pPr>
            <a:r>
              <a:rPr lang="en-US" sz="2000" dirty="0">
                <a:latin typeface="Times New Roman" panose="02020603050405020304" pitchFamily="18" charset="0"/>
                <a:cs typeface="Times New Roman" panose="02020603050405020304" pitchFamily="18" charset="0"/>
              </a:rPr>
              <a:t> It also provides features such as user registration, loan application submission, prediction history, and an admin dashboard for managing applications and users. By automating the loan risk assessment process, the project helps reduce manual effort, improve prediction accuracy, and minimize financial losses for banks and financial institutions.</a:t>
            </a:r>
            <a:endParaRPr lang="en-US" sz="2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2" name="Slide Number Placeholder 1">
            <a:extLst>
              <a:ext uri="{FF2B5EF4-FFF2-40B4-BE49-F238E27FC236}">
                <a16:creationId xmlns:a16="http://schemas.microsoft.com/office/drawing/2014/main" id="{260ED054-FA03-E250-AFD2-58589894E2FB}"/>
              </a:ext>
            </a:extLst>
          </p:cNvPr>
          <p:cNvSpPr>
            <a:spLocks noGrp="1"/>
          </p:cNvSpPr>
          <p:nvPr>
            <p:ph type="sldNum" idx="2"/>
          </p:nvPr>
        </p:nvSpPr>
        <p:spPr/>
        <p:txBody>
          <a:bodyPr/>
          <a:lstStyle/>
          <a:p>
            <a:fld id="{97079C45-AA8B-4BC2-BFAE-7D27532C2935}" type="slidenum">
              <a:rPr lang="en-IN" smtClean="0"/>
              <a:t>16</a:t>
            </a:fld>
            <a:endParaRPr lang="en-IN"/>
          </a:p>
        </p:txBody>
      </p:sp>
    </p:spTree>
    <p:extLst>
      <p:ext uri="{BB962C8B-B14F-4D97-AF65-F5344CB8AC3E}">
        <p14:creationId xmlns:p14="http://schemas.microsoft.com/office/powerpoint/2010/main" val="2192319571"/>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itle 1"/>
          <p:cNvSpPr/>
          <p:nvPr/>
        </p:nvSpPr>
        <p:spPr>
          <a:xfrm>
            <a:off x="762000" y="2916900"/>
            <a:ext cx="7813080" cy="1024200"/>
          </a:xfrm>
          <a:prstGeom prst="rect">
            <a:avLst/>
          </a:prstGeom>
          <a:noFill/>
          <a:ln w="0">
            <a:noFill/>
          </a:ln>
        </p:spPr>
        <p:style>
          <a:lnRef idx="0">
            <a:scrgbClr r="0" g="0" b="0"/>
          </a:lnRef>
          <a:fillRef idx="0">
            <a:scrgbClr r="0" g="0" b="0"/>
          </a:fillRef>
          <a:effectRef idx="0">
            <a:scrgbClr r="0" g="0" b="0"/>
          </a:effectRef>
          <a:fontRef idx="minor"/>
        </p:style>
        <p:txBody>
          <a:bodyPr numCol="1" spcCol="0" anchor="ctr">
            <a:noAutofit/>
          </a:bodyPr>
          <a:lstStyle/>
          <a:p>
            <a:pPr algn="ctr">
              <a:lnSpc>
                <a:spcPct val="100000"/>
              </a:lnSpc>
              <a:buNone/>
            </a:pPr>
            <a:r>
              <a:rPr lang="en-US" sz="5400" b="1" strike="noStrike" spc="35" dirty="0">
                <a:solidFill>
                  <a:srgbClr val="C00000"/>
                </a:solidFill>
                <a:latin typeface="Cambria" pitchFamily="18" charset="0"/>
                <a:ea typeface="Cambria" pitchFamily="18" charset="0"/>
              </a:rPr>
              <a:t>THANK YOU</a:t>
            </a:r>
            <a:endParaRPr lang="en-IN" sz="5400" b="1" strike="noStrike" spc="-1" dirty="0">
              <a:solidFill>
                <a:srgbClr val="C00000"/>
              </a:solidFill>
              <a:latin typeface="Cambria" pitchFamily="18" charset="0"/>
              <a:ea typeface="Cambria" pitchFamily="18" charset="0"/>
            </a:endParaRPr>
          </a:p>
        </p:txBody>
      </p:sp>
      <p:sp>
        <p:nvSpPr>
          <p:cNvPr id="4" name="TextBox 3"/>
          <p:cNvSpPr txBox="1"/>
          <p:nvPr/>
        </p:nvSpPr>
        <p:spPr>
          <a:xfrm>
            <a:off x="152400" y="6331226"/>
            <a:ext cx="8305800" cy="381000"/>
          </a:xfrm>
          <a:prstGeom prst="rect">
            <a:avLst/>
          </a:prstGeom>
          <a:solidFill>
            <a:schemeClr val="bg1"/>
          </a:solidFill>
        </p:spPr>
        <p:txBody>
          <a:bodyPr wrap="square" rtlCol="0">
            <a:spAutoFit/>
          </a:bodyPr>
          <a:lstStyle/>
          <a:p>
            <a:r>
              <a:rPr lang="en-US" b="1" dirty="0">
                <a:latin typeface="Cambria" pitchFamily="18" charset="0"/>
                <a:ea typeface="Cambria" pitchFamily="18" charset="0"/>
              </a:rPr>
              <a:t>Department of MCA, VCET </a:t>
            </a:r>
            <a:r>
              <a:rPr lang="en-US" b="1" dirty="0" err="1">
                <a:latin typeface="Cambria" pitchFamily="18" charset="0"/>
                <a:ea typeface="Cambria" pitchFamily="18" charset="0"/>
              </a:rPr>
              <a:t>Puttur</a:t>
            </a:r>
            <a:endParaRPr lang="en-IN" b="1" dirty="0">
              <a:latin typeface="Cambria" pitchFamily="18" charset="0"/>
              <a:ea typeface="Cambria" pitchFamily="18" charset="0"/>
            </a:endParaRPr>
          </a:p>
        </p:txBody>
      </p:sp>
      <p:sp>
        <p:nvSpPr>
          <p:cNvPr id="3" name="Slide Number Placeholder 2">
            <a:extLst>
              <a:ext uri="{FF2B5EF4-FFF2-40B4-BE49-F238E27FC236}">
                <a16:creationId xmlns:a16="http://schemas.microsoft.com/office/drawing/2014/main" id="{E247FB77-443B-E3B9-0F21-E2E5DFD83291}"/>
              </a:ext>
            </a:extLst>
          </p:cNvPr>
          <p:cNvSpPr>
            <a:spLocks noGrp="1"/>
          </p:cNvSpPr>
          <p:nvPr>
            <p:ph type="sldNum" idx="2"/>
          </p:nvPr>
        </p:nvSpPr>
        <p:spPr/>
        <p:txBody>
          <a:bodyPr/>
          <a:lstStyle/>
          <a:p>
            <a:fld id="{97079C45-AA8B-4BC2-BFAE-7D27532C2935}" type="slidenum">
              <a:rPr lang="en-IN" smtClean="0"/>
              <a:t>17</a:t>
            </a:fld>
            <a:endParaRPr lang="en-IN"/>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818aabb-e8a6-4eb0-a812-9584956a0e14">
      <Terms xmlns="http://schemas.microsoft.com/office/infopath/2007/PartnerControls"/>
    </lcf76f155ced4ddcb4097134ff3c332f>
    <TaxCatchAll xmlns="25993aa0-c934-4743-8a33-2ee3f222778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DEC40C2EE3CD4B80ACD2D40AA80E2E" ma:contentTypeVersion="10" ma:contentTypeDescription="Create a new document." ma:contentTypeScope="" ma:versionID="7206a2318156d928fe3d9a5b9a6380e0">
  <xsd:schema xmlns:xsd="http://www.w3.org/2001/XMLSchema" xmlns:xs="http://www.w3.org/2001/XMLSchema" xmlns:p="http://schemas.microsoft.com/office/2006/metadata/properties" xmlns:ns2="b818aabb-e8a6-4eb0-a812-9584956a0e14" xmlns:ns3="25993aa0-c934-4743-8a33-2ee3f2227785" targetNamespace="http://schemas.microsoft.com/office/2006/metadata/properties" ma:root="true" ma:fieldsID="06d71c4054c8fad7b4fe05763c211649" ns2:_="" ns3:_="">
    <xsd:import namespace="b818aabb-e8a6-4eb0-a812-9584956a0e14"/>
    <xsd:import namespace="25993aa0-c934-4743-8a33-2ee3f22277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18aabb-e8a6-4eb0-a812-9584956a0e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490759c-484a-421d-982a-c34b4ba304b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993aa0-c934-4743-8a33-2ee3f222778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17a494a8-24ac-4685-9040-e34de4d635db}" ma:internalName="TaxCatchAll" ma:showField="CatchAllData" ma:web="25993aa0-c934-4743-8a33-2ee3f22277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50687D3-C9E0-4137-B83A-578A8031416A}">
  <ds:schemaRefs>
    <ds:schemaRef ds:uri="http://schemas.microsoft.com/sharepoint/v3/contenttype/forms"/>
  </ds:schemaRefs>
</ds:datastoreItem>
</file>

<file path=customXml/itemProps2.xml><?xml version="1.0" encoding="utf-8"?>
<ds:datastoreItem xmlns:ds="http://schemas.openxmlformats.org/officeDocument/2006/customXml" ds:itemID="{3573678D-FCA0-4C52-9EEF-030C350B9F7F}">
  <ds:schemaRefs>
    <ds:schemaRef ds:uri="http://schemas.microsoft.com/office/2006/metadata/properties"/>
    <ds:schemaRef ds:uri="http://schemas.microsoft.com/office/infopath/2007/PartnerControls"/>
    <ds:schemaRef ds:uri="b818aabb-e8a6-4eb0-a812-9584956a0e14"/>
    <ds:schemaRef ds:uri="25993aa0-c934-4743-8a33-2ee3f2227785"/>
  </ds:schemaRefs>
</ds:datastoreItem>
</file>

<file path=customXml/itemProps3.xml><?xml version="1.0" encoding="utf-8"?>
<ds:datastoreItem xmlns:ds="http://schemas.openxmlformats.org/officeDocument/2006/customXml" ds:itemID="{5DC2D4CF-9638-4296-A2B4-0C66F1ADE4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18aabb-e8a6-4eb0-a812-9584956a0e14"/>
    <ds:schemaRef ds:uri="25993aa0-c934-4743-8a33-2ee3f22277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309</TotalTime>
  <Words>988</Words>
  <Application>Microsoft Office PowerPoint</Application>
  <PresentationFormat>On-screen Show (4:3)</PresentationFormat>
  <Paragraphs>204</Paragraphs>
  <Slides>17</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Arial</vt:lpstr>
      <vt:lpstr>Calibri</vt:lpstr>
      <vt:lpstr>Cambria</vt:lpstr>
      <vt:lpstr>Symbol</vt:lpstr>
      <vt:lpstr>Times New Roman</vt:lpstr>
      <vt:lpstr>Wingdings</vt:lpstr>
      <vt:lpstr>Office Theme</vt:lpstr>
      <vt:lpstr>Office Theme</vt:lpstr>
      <vt:lpstr>Presenter Name : Ruchitha K M USN : 4VP24MC041</vt:lpstr>
      <vt:lpstr>INTRODUCTION</vt:lpstr>
      <vt:lpstr>CONTENTS</vt:lpstr>
      <vt:lpstr>COMPANY PROFILE</vt:lpstr>
      <vt:lpstr> INTRODUCTION</vt:lpstr>
      <vt:lpstr>SOFTWARE REQUIREMENTS SPECIFICATIONS</vt:lpstr>
      <vt:lpstr>PowerPoint Presentation</vt:lpstr>
      <vt:lpstr>PowerPoint Presentation</vt:lpstr>
      <vt:lpstr>SYSTEM REQUIREMENTS</vt:lpstr>
      <vt:lpstr>FLOW DIAGRAM</vt:lpstr>
      <vt:lpstr>PROJECT CARRIED OUT</vt:lpstr>
      <vt:lpstr>PROJECT CARRIED OUT</vt:lpstr>
      <vt:lpstr>PROJECT CARRIED OUT</vt:lpstr>
      <vt:lpstr>PROJECT CARRIED OUT</vt:lpstr>
      <vt:lpstr>FUTURE ENHANCEMENTS</vt:lpstr>
      <vt:lpstr>CONCLUSION</vt:lpstr>
      <vt:lpstr>PowerPoint Presentation</vt:lpstr>
    </vt:vector>
  </TitlesOfParts>
  <Company>East Texas Data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
  <dc:creator>Personal</dc:creator>
  <dc:description/>
  <cp:lastModifiedBy>Ruchitha KM</cp:lastModifiedBy>
  <cp:revision>53</cp:revision>
  <dcterms:created xsi:type="dcterms:W3CDTF">2023-04-30T20:06:37Z</dcterms:created>
  <dcterms:modified xsi:type="dcterms:W3CDTF">2026-05-14T03:39:04Z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On-screen Show (4:3)</vt:lpwstr>
  </property>
  <property fmtid="{D5CDD505-2E9C-101B-9397-08002B2CF9AE}" pid="4" name="Slides">
    <vt:r8>19</vt:r8>
  </property>
  <property fmtid="{D5CDD505-2E9C-101B-9397-08002B2CF9AE}" pid="5" name="ContentTypeId">
    <vt:lpwstr>0x01010063DEC40C2EE3CD4B80ACD2D40AA80E2E</vt:lpwstr>
  </property>
</Properties>
</file>